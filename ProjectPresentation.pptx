
<file path=[Content_Types].xml><?xml version="1.0" encoding="utf-8"?>
<Types xmlns="http://schemas.openxmlformats.org/package/2006/content-types">
  <Default Extension="fntdata" ContentType="application/x-fontdata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65" r:id="rId1"/>
  </p:sldMasterIdLst>
  <p:notesMasterIdLst>
    <p:notesMasterId r:id="rId18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71" r:id="rId15"/>
    <p:sldId id="269" r:id="rId16"/>
    <p:sldId id="270" r:id="rId17"/>
  </p:sldIdLst>
  <p:sldSz cx="12192000" cy="6858000"/>
  <p:notesSz cx="6858000" cy="9144000"/>
  <p:embeddedFontLst>
    <p:embeddedFont>
      <p:font typeface="Play" panose="020B0604020202020204" charset="0"/>
      <p:regular r:id="rId19"/>
      <p:bold r:id="rId20"/>
    </p:embeddedFont>
    <p:embeddedFont>
      <p:font typeface="Roboto Mono" panose="00000009000000000000" pitchFamily="49" charset="0"/>
      <p:regular r:id="rId21"/>
      <p:bold r:id="rId22"/>
      <p:italic r:id="rId23"/>
      <p:boldItalic r:id="rId24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19BDE84A-B5A2-4B2D-88D7-30C9CB40AC4F}">
  <a:tblStyle styleId="{19BDE84A-B5A2-4B2D-88D7-30C9CB40AC4F}" styleName="Table_0">
    <a:wholeTbl>
      <a:tcTxStyle>
        <a:font>
          <a:latin typeface="Arial"/>
          <a:ea typeface="Arial"/>
          <a:cs typeface="Arial"/>
        </a:font>
        <a:srgbClr val="000000"/>
      </a:tcTxStyle>
      <a:tcStyle>
        <a:tcBdr/>
      </a:tcStyle>
    </a:wholeTbl>
    <a:band1H>
      <a:tcTxStyle/>
      <a:tcStyle>
        <a:tcBdr/>
      </a:tcStyle>
    </a:band1H>
    <a:band2H>
      <a:tcTxStyle/>
      <a:tcStyle>
        <a:tcBdr/>
      </a:tcStyle>
    </a:band2H>
    <a:band1V>
      <a:tcTxStyle/>
      <a:tcStyle>
        <a:tcBdr/>
      </a:tcStyle>
    </a:band1V>
    <a:band2V>
      <a:tcTxStyle/>
      <a:tcStyle>
        <a:tcBdr/>
      </a:tcStyle>
    </a:band2V>
    <a:lastCol>
      <a:tcTxStyle/>
      <a:tcStyle>
        <a:tcBdr/>
      </a:tcStyle>
    </a:lastCol>
    <a:firstCol>
      <a:tcTxStyle/>
      <a:tcStyle>
        <a:tcBdr/>
      </a:tcStyle>
    </a:firstCol>
    <a:lastRow>
      <a:tcTxStyle/>
      <a:tcStyle>
        <a:tcBdr/>
      </a:tcStyle>
    </a:lastRow>
    <a:seCell>
      <a:tcTxStyle/>
      <a:tcStyle>
        <a:tcBdr/>
      </a:tcStyle>
    </a:seCell>
    <a:swCell>
      <a:tcTxStyle/>
      <a:tcStyle>
        <a:tcBdr/>
      </a:tcStyle>
    </a:swCell>
    <a:firstRow>
      <a:tcTxStyle/>
      <a:tcStyle>
        <a:tcBdr/>
      </a:tcStyle>
    </a:firstRow>
    <a:neCell>
      <a:tcTxStyle/>
      <a:tcStyle>
        <a:tcBdr/>
      </a:tcStyle>
    </a:neCell>
    <a:nwCell>
      <a:tcTxStyle/>
      <a:tcStyle>
        <a:tcBdr/>
      </a:tcStyle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106" d="100"/>
          <a:sy n="106" d="100"/>
        </p:scale>
        <p:origin x="756" y="9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notesMaster" Target="notesMasters/notesMaster1.xml"/><Relationship Id="rId26" Type="http://schemas.openxmlformats.org/officeDocument/2006/relationships/viewProps" Target="viewProps.xml"/><Relationship Id="rId3" Type="http://schemas.openxmlformats.org/officeDocument/2006/relationships/slide" Target="slides/slide2.xml"/><Relationship Id="rId21" Type="http://schemas.openxmlformats.org/officeDocument/2006/relationships/font" Target="fonts/font3.fntdata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font" Target="fonts/font2.fntdata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font" Target="fonts/font6.fntdata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font" Target="fonts/font5.fntdata"/><Relationship Id="rId28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font" Target="fonts/font1.fntdata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font" Target="fonts/font4.fntdata"/><Relationship Id="rId27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>
            <a:spLocks noGrp="1"/>
          </p:cNvSpPr>
          <p:nvPr>
            <p:ph type="hdr" idx="2"/>
          </p:nvPr>
        </p:nvSpPr>
        <p:spPr>
          <a:xfrm>
            <a:off x="0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4" name="Google Shape;4;n"/>
          <p:cNvSpPr txBox="1">
            <a:spLocks noGrp="1"/>
          </p:cNvSpPr>
          <p:nvPr>
            <p:ph type="dt" idx="10"/>
          </p:nvPr>
        </p:nvSpPr>
        <p:spPr>
          <a:xfrm>
            <a:off x="3884613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r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5" name="Google Shape;5;n"/>
          <p:cNvSpPr>
            <a:spLocks noGrp="1" noRot="1" noChangeAspect="1"/>
          </p:cNvSpPr>
          <p:nvPr>
            <p:ph type="sldImg" idx="3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6" name="Google Shape;6;n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7" name="Google Shape;7;n"/>
          <p:cNvSpPr txBox="1">
            <a:spLocks noGrp="1"/>
          </p:cNvSpPr>
          <p:nvPr>
            <p:ph type="ftr" idx="11"/>
          </p:nvPr>
        </p:nvSpPr>
        <p:spPr>
          <a:xfrm>
            <a:off x="0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8" name="Google Shape;8;n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sz="12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6" name="Google Shape;236;p1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237" name="Google Shape;237;p1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0" i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JD	</a:t>
            </a:r>
            <a:endParaRPr/>
          </a:p>
        </p:txBody>
      </p:sp>
      <p:sp>
        <p:nvSpPr>
          <p:cNvPr id="238" name="Google Shape;238;p1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1</a:t>
            </a:fld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3" name="Google Shape;243;p2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244" name="Google Shape;244;p2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0" i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JD</a:t>
            </a:r>
            <a:endParaRPr/>
          </a:p>
        </p:txBody>
      </p:sp>
      <p:sp>
        <p:nvSpPr>
          <p:cNvPr id="245" name="Google Shape;245;p2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2</a:t>
            </a:fld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2" name="Google Shape;252;p3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253" name="Google Shape;253;p3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</a:pPr>
            <a:r>
              <a:rPr lang="en-US"/>
              <a:t>JD</a:t>
            </a:r>
            <a:endParaRPr/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</a:pPr>
            <a:endParaRPr/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</a:pPr>
            <a:endParaRPr/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</a:pPr>
            <a:r>
              <a:rPr lang="en-US"/>
              <a:t>Why that task and not some other? </a:t>
            </a:r>
            <a:endParaRPr/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</a:pPr>
            <a:endParaRPr/>
          </a:p>
        </p:txBody>
      </p:sp>
      <p:sp>
        <p:nvSpPr>
          <p:cNvPr id="254" name="Google Shape;254;p3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3</a:t>
            </a:fld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1" name="Google Shape;261;p4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262" name="Google Shape;262;p4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457200" lvl="1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</a:pPr>
            <a:r>
              <a:rPr lang="en-US"/>
              <a:t>JD</a:t>
            </a:r>
            <a:endParaRPr/>
          </a:p>
        </p:txBody>
      </p:sp>
      <p:sp>
        <p:nvSpPr>
          <p:cNvPr id="263" name="Google Shape;263;p4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4</a:t>
            </a:fld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1" name="Google Shape;271;g3ad94d12b7f_0_1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272" name="Google Shape;272;g3ad94d12b7f_0_1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457200" lvl="1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</a:pPr>
            <a:r>
              <a:rPr lang="en-US"/>
              <a:t>JD</a:t>
            </a:r>
            <a:endParaRPr/>
          </a:p>
        </p:txBody>
      </p:sp>
      <p:sp>
        <p:nvSpPr>
          <p:cNvPr id="273" name="Google Shape;273;g3ad94d12b7f_0_1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5</a:t>
            </a:fld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1" name="Google Shape;281;p5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282" name="Google Shape;282;p5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Present baseline methodologies first.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Keep it short and emphasize what is different than what we covered in class or homeworks or practice notebooks.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83" name="Google Shape;283;p5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6</a:t>
            </a:fld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9" name="Google Shape;289;g3ad94d12b7f_4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290" name="Google Shape;290;g3ad94d12b7f_4_0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</a:pPr>
            <a:r>
              <a:rPr lang="en-US"/>
              <a:t>Present clear quantitative and qualitative results on training set and the tuning process. </a:t>
            </a:r>
            <a:br>
              <a:rPr lang="en-US"/>
            </a:br>
            <a:br>
              <a:rPr lang="en-US"/>
            </a:br>
            <a:r>
              <a:rPr lang="en-US" sz="1100" b="1"/>
              <a:t>Tuning Process</a:t>
            </a:r>
            <a:endParaRPr sz="1100" b="1"/>
          </a:p>
          <a:p>
            <a:pPr marL="457200" lvl="0" indent="-29845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lang="en-US" sz="1100" b="1"/>
              <a:t>Objective:</a:t>
            </a:r>
            <a:r>
              <a:rPr lang="en-US" sz="1100"/>
              <a:t> Tested regularization to address multicollinearity and overfitting.</a:t>
            </a:r>
            <a:endParaRPr sz="1100"/>
          </a:p>
          <a:p>
            <a:pPr marL="457200" lvl="0" indent="-29845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lang="en-US" sz="1100" b="1"/>
              <a:t>Methods:</a:t>
            </a:r>
            <a:r>
              <a:rPr lang="en-US" sz="1100"/>
              <a:t> Used </a:t>
            </a:r>
            <a:r>
              <a:rPr lang="en-US" sz="1100">
                <a:solidFill>
                  <a:srgbClr val="188038"/>
                </a:solidFill>
                <a:latin typeface="Roboto Mono"/>
                <a:ea typeface="Roboto Mono"/>
                <a:cs typeface="Roboto Mono"/>
                <a:sym typeface="Roboto Mono"/>
              </a:rPr>
              <a:t>GridSearchCV</a:t>
            </a:r>
            <a:r>
              <a:rPr lang="en-US" sz="1100"/>
              <a:t> and </a:t>
            </a:r>
            <a:r>
              <a:rPr lang="en-US" sz="1100">
                <a:solidFill>
                  <a:srgbClr val="188038"/>
                </a:solidFill>
                <a:latin typeface="Roboto Mono"/>
                <a:ea typeface="Roboto Mono"/>
                <a:cs typeface="Roboto Mono"/>
                <a:sym typeface="Roboto Mono"/>
              </a:rPr>
              <a:t>RandomizedSearchCV</a:t>
            </a:r>
            <a:r>
              <a:rPr lang="en-US" sz="1100"/>
              <a:t> for hyperparameter optimization.</a:t>
            </a:r>
            <a:endParaRPr sz="1100"/>
          </a:p>
          <a:p>
            <a:pPr marL="457200" lvl="0" indent="-29845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lang="en-US" sz="1100" b="1"/>
              <a:t>Target:</a:t>
            </a:r>
            <a:r>
              <a:rPr lang="en-US" sz="1100"/>
              <a:t> Optimized regularization strength (</a:t>
            </a:r>
            <a:r>
              <a:rPr lang="en-US" sz="1100">
                <a:solidFill>
                  <a:srgbClr val="188038"/>
                </a:solidFill>
                <a:latin typeface="Roboto Mono"/>
                <a:ea typeface="Roboto Mono"/>
                <a:cs typeface="Roboto Mono"/>
                <a:sym typeface="Roboto Mono"/>
              </a:rPr>
              <a:t>C</a:t>
            </a:r>
            <a:r>
              <a:rPr lang="en-US" sz="1100"/>
              <a:t> / </a:t>
            </a:r>
            <a:r>
              <a:rPr lang="en-US" sz="1100">
                <a:solidFill>
                  <a:srgbClr val="188038"/>
                </a:solidFill>
                <a:latin typeface="Roboto Mono"/>
                <a:ea typeface="Roboto Mono"/>
                <a:cs typeface="Roboto Mono"/>
                <a:sym typeface="Roboto Mono"/>
              </a:rPr>
              <a:t>alpha</a:t>
            </a:r>
            <a:r>
              <a:rPr lang="en-US" sz="1100"/>
              <a:t>) and mixing ratios (</a:t>
            </a:r>
            <a:r>
              <a:rPr lang="en-US" sz="1100">
                <a:solidFill>
                  <a:srgbClr val="188038"/>
                </a:solidFill>
                <a:latin typeface="Roboto Mono"/>
                <a:ea typeface="Roboto Mono"/>
                <a:cs typeface="Roboto Mono"/>
                <a:sym typeface="Roboto Mono"/>
              </a:rPr>
              <a:t>l1_ratio</a:t>
            </a:r>
            <a:r>
              <a:rPr lang="en-US" sz="1100"/>
              <a:t>).</a:t>
            </a:r>
            <a:endParaRPr sz="1100"/>
          </a:p>
          <a:p>
            <a:pPr marL="0" lvl="0" indent="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1100" b="1"/>
              <a:t>Quantitative Results (Training &amp; Validation)</a:t>
            </a:r>
            <a:endParaRPr sz="1100" b="1"/>
          </a:p>
          <a:p>
            <a:pPr marL="457200" lvl="0" indent="-29845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lang="en-US" sz="1100" b="1"/>
              <a:t>L1 (Lasso):</a:t>
            </a:r>
            <a:endParaRPr sz="1100" b="1"/>
          </a:p>
          <a:p>
            <a:pPr marL="914400" lvl="1" indent="-29845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○"/>
            </a:pPr>
            <a:r>
              <a:rPr lang="en-US" sz="1100" b="1"/>
              <a:t>Best Param:</a:t>
            </a:r>
            <a:r>
              <a:rPr lang="en-US" sz="1100"/>
              <a:t> </a:t>
            </a:r>
            <a:r>
              <a:rPr lang="en-US" sz="1100">
                <a:solidFill>
                  <a:srgbClr val="188038"/>
                </a:solidFill>
                <a:latin typeface="Roboto Mono"/>
                <a:ea typeface="Roboto Mono"/>
                <a:cs typeface="Roboto Mono"/>
                <a:sym typeface="Roboto Mono"/>
              </a:rPr>
              <a:t>C=0.1</a:t>
            </a:r>
            <a:endParaRPr sz="1100">
              <a:solidFill>
                <a:srgbClr val="188038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marL="914400" lvl="1" indent="-29845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○"/>
            </a:pPr>
            <a:r>
              <a:rPr lang="en-US" sz="1100" b="1"/>
              <a:t>Impact:</a:t>
            </a:r>
            <a:r>
              <a:rPr lang="en-US" sz="1100"/>
              <a:t> Successfully removed 3 redundant features (Density, Light Intensity, Silica).</a:t>
            </a:r>
            <a:endParaRPr sz="1100"/>
          </a:p>
          <a:p>
            <a:pPr marL="914400" lvl="1" indent="-29845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○"/>
            </a:pPr>
            <a:r>
              <a:rPr lang="en-US" sz="1100" b="1"/>
              <a:t>Result:</a:t>
            </a:r>
            <a:r>
              <a:rPr lang="en-US" sz="1100"/>
              <a:t> Hazard Recall stuck at </a:t>
            </a:r>
            <a:r>
              <a:rPr lang="en-US" sz="1100" b="1"/>
              <a:t>0.41</a:t>
            </a:r>
            <a:r>
              <a:rPr lang="en-US" sz="1100"/>
              <a:t>; Accuracy ~85%.</a:t>
            </a:r>
            <a:endParaRPr sz="1100"/>
          </a:p>
          <a:p>
            <a:pPr marL="457200" lvl="0" indent="-29845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lang="en-US" sz="1100" b="1"/>
              <a:t>L2 (Ridge):</a:t>
            </a:r>
            <a:endParaRPr sz="1100" b="1"/>
          </a:p>
          <a:p>
            <a:pPr marL="914400" lvl="1" indent="-29845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○"/>
            </a:pPr>
            <a:r>
              <a:rPr lang="en-US" sz="1100" b="1"/>
              <a:t>Best Param:</a:t>
            </a:r>
            <a:r>
              <a:rPr lang="en-US" sz="1100"/>
              <a:t> </a:t>
            </a:r>
            <a:r>
              <a:rPr lang="en-US" sz="1100">
                <a:solidFill>
                  <a:srgbClr val="188038"/>
                </a:solidFill>
                <a:latin typeface="Roboto Mono"/>
                <a:ea typeface="Roboto Mono"/>
                <a:cs typeface="Roboto Mono"/>
                <a:sym typeface="Roboto Mono"/>
              </a:rPr>
              <a:t>alpha ≈ 0.066</a:t>
            </a:r>
            <a:endParaRPr sz="1100">
              <a:solidFill>
                <a:srgbClr val="188038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marL="914400" lvl="1" indent="-29845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○"/>
            </a:pPr>
            <a:r>
              <a:rPr lang="en-US" sz="1100" b="1"/>
              <a:t>Result:</a:t>
            </a:r>
            <a:r>
              <a:rPr lang="en-US" sz="1100"/>
              <a:t> Performance </a:t>
            </a:r>
            <a:r>
              <a:rPr lang="en-US" sz="1100" b="1"/>
              <a:t>dropped</a:t>
            </a:r>
            <a:r>
              <a:rPr lang="en-US" sz="1100"/>
              <a:t> to F1-Score </a:t>
            </a:r>
            <a:r>
              <a:rPr lang="en-US" sz="1100" b="1"/>
              <a:t>0.52</a:t>
            </a:r>
            <a:r>
              <a:rPr lang="en-US" sz="1100"/>
              <a:t> (worse than baseline ~0.61).</a:t>
            </a:r>
            <a:endParaRPr sz="1100"/>
          </a:p>
          <a:p>
            <a:pPr marL="914400" lvl="1" indent="-29845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○"/>
            </a:pPr>
            <a:r>
              <a:rPr lang="en-US" sz="1100" b="1"/>
              <a:t>Implication:</a:t>
            </a:r>
            <a:r>
              <a:rPr lang="en-US" sz="1100"/>
              <a:t> Additional smoothing hurt prediction power.</a:t>
            </a:r>
            <a:endParaRPr sz="1100"/>
          </a:p>
          <a:p>
            <a:pPr marL="457200" lvl="0" indent="-29845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lang="en-US" sz="1100" b="1"/>
              <a:t>Elastic Net:</a:t>
            </a:r>
            <a:endParaRPr sz="1100" b="1"/>
          </a:p>
          <a:p>
            <a:pPr marL="914400" lvl="1" indent="-29845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○"/>
            </a:pPr>
            <a:r>
              <a:rPr lang="en-US" sz="1100" b="1"/>
              <a:t>Best Params:</a:t>
            </a:r>
            <a:r>
              <a:rPr lang="en-US" sz="1100"/>
              <a:t> </a:t>
            </a:r>
            <a:r>
              <a:rPr lang="en-US" sz="1100">
                <a:solidFill>
                  <a:srgbClr val="188038"/>
                </a:solidFill>
                <a:latin typeface="Roboto Mono"/>
                <a:ea typeface="Roboto Mono"/>
                <a:cs typeface="Roboto Mono"/>
                <a:sym typeface="Roboto Mono"/>
              </a:rPr>
              <a:t>C=10</a:t>
            </a:r>
            <a:r>
              <a:rPr lang="en-US" sz="1100"/>
              <a:t>, </a:t>
            </a:r>
            <a:r>
              <a:rPr lang="en-US" sz="1100">
                <a:solidFill>
                  <a:srgbClr val="188038"/>
                </a:solidFill>
                <a:latin typeface="Roboto Mono"/>
                <a:ea typeface="Roboto Mono"/>
                <a:cs typeface="Roboto Mono"/>
                <a:sym typeface="Roboto Mono"/>
              </a:rPr>
              <a:t>l1_ratio=0.1</a:t>
            </a:r>
            <a:r>
              <a:rPr lang="en-US" sz="1100"/>
              <a:t>.</a:t>
            </a:r>
            <a:endParaRPr sz="1100"/>
          </a:p>
          <a:p>
            <a:pPr marL="914400" lvl="1" indent="-29845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○"/>
            </a:pPr>
            <a:r>
              <a:rPr lang="en-US" sz="1100" b="1"/>
              <a:t>Result:</a:t>
            </a:r>
            <a:r>
              <a:rPr lang="en-US" sz="1100"/>
              <a:t> No improvement in minority class detection (Recall remained </a:t>
            </a:r>
            <a:r>
              <a:rPr lang="en-US" sz="1100" b="1"/>
              <a:t>0.41</a:t>
            </a:r>
            <a:r>
              <a:rPr lang="en-US" sz="1100"/>
              <a:t>).</a:t>
            </a:r>
            <a:endParaRPr sz="1100"/>
          </a:p>
          <a:p>
            <a:pPr marL="0" lvl="0" indent="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1100" b="1"/>
              <a:t>Qualitative Insights &amp; Pivot</a:t>
            </a:r>
            <a:endParaRPr sz="1100" b="1"/>
          </a:p>
          <a:p>
            <a:pPr marL="457200" lvl="0" indent="-29845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lang="en-US" sz="1100" b="1"/>
              <a:t>The Linear Ceiling:</a:t>
            </a:r>
            <a:r>
              <a:rPr lang="en-US" sz="1100"/>
              <a:t> Consistent recall of 0.41 across all linear models proves the "Safe" vs. "Hazard" boundary is </a:t>
            </a:r>
            <a:r>
              <a:rPr lang="en-US" sz="1100" b="1"/>
              <a:t>non-linear</a:t>
            </a:r>
            <a:r>
              <a:rPr lang="en-US" sz="1100"/>
              <a:t>.</a:t>
            </a:r>
            <a:endParaRPr sz="1100"/>
          </a:p>
          <a:p>
            <a:pPr marL="457200" lvl="0" indent="-29845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lang="en-US" sz="1100" b="1"/>
              <a:t>Feature Complexity:</a:t>
            </a:r>
            <a:r>
              <a:rPr lang="en-US" sz="1100"/>
              <a:t> Chemical interactions (e.g., pH + Temp) are too complex for linear decision boundaries.</a:t>
            </a:r>
            <a:endParaRPr sz="1100"/>
          </a:p>
          <a:p>
            <a:pPr marL="457200" lvl="0" indent="-29845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lang="en-US" sz="1100" b="1"/>
              <a:t>Next Step:</a:t>
            </a:r>
            <a:r>
              <a:rPr lang="en-US" sz="1100"/>
              <a:t> Results mandated a pivot to </a:t>
            </a:r>
            <a:r>
              <a:rPr lang="en-US" sz="1100" b="1"/>
              <a:t>XGBoost</a:t>
            </a:r>
            <a:r>
              <a:rPr lang="en-US" sz="1100"/>
              <a:t> (Tree-based ensemble) to capture non-linear relationships.</a:t>
            </a:r>
            <a:endParaRPr sz="1100"/>
          </a:p>
          <a:p>
            <a:pPr marL="0" marR="0" lvl="0" indent="0" algn="l" rtl="0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</a:pPr>
            <a:endParaRPr/>
          </a:p>
        </p:txBody>
      </p:sp>
      <p:sp>
        <p:nvSpPr>
          <p:cNvPr id="291" name="Google Shape;291;g3ad94d12b7f_4_0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7</a:t>
            </a:fld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7" name="Google Shape;297;p7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298" name="Google Shape;298;p7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Present the results on the test set. 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What the results imply about the dataset or task.</a:t>
            </a:r>
            <a:endParaRPr/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</a:pPr>
            <a:r>
              <a:rPr lang="en-US"/>
              <a:t>What are the results implying for the team to do next? 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99" name="Google Shape;299;p7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8</a:t>
            </a:fld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5" name="Google Shape;305;p8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306" name="Google Shape;306;p8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Aleena</a:t>
            </a:r>
            <a:endParaRPr/>
          </a:p>
        </p:txBody>
      </p:sp>
      <p:sp>
        <p:nvSpPr>
          <p:cNvPr id="307" name="Google Shape;307;p8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9</a:t>
            </a:fld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3" name="Google Shape;313;p9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314" name="Google Shape;314;p9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Aleena</a:t>
            </a:r>
            <a:endParaRPr/>
          </a:p>
        </p:txBody>
      </p:sp>
      <p:sp>
        <p:nvSpPr>
          <p:cNvPr id="315" name="Google Shape;315;p9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10</a:t>
            </a:fld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1" name="Google Shape;321;p10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322" name="Google Shape;322;p10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Compare the approaches on the test set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Analyze the results before and after enhancements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Use the tables or charts for clarity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What is the metric? Why? 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23" name="Google Shape;323;p10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11</a:t>
            </a:fld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9" name="Google Shape;329;g3ad94d12b7f_0_27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330" name="Google Shape;330;g3ad94d12b7f_0_27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dirty="0"/>
              <a:t>Compare the approaches on the test set</a:t>
            </a:r>
            <a:endParaRPr dirty="0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dirty="0"/>
              <a:t>Analyze the results before and after enhancements</a:t>
            </a:r>
            <a:endParaRPr dirty="0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dirty="0"/>
              <a:t>Use the tables or charts for clarity</a:t>
            </a:r>
            <a:endParaRPr dirty="0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dirty="0"/>
              <a:t>What is the metric? Why? </a:t>
            </a:r>
            <a:endParaRPr dirty="0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331" name="Google Shape;331;g3ad94d12b7f_0_27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12</a:t>
            </a:fld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7" name="Google Shape;337;g3ad94d12b7f_0_34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338" name="Google Shape;338;g3ad94d12b7f_0_34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Compare the approaches on the test set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Analyze the results before and after enhancements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Use the tables or charts for clarity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What is the metric? Why? 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39" name="Google Shape;339;g3ad94d12b7f_0_34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13</a:t>
            </a:fld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6" name="Google Shape;346;p11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Aleena</a:t>
            </a:r>
            <a:endParaRPr/>
          </a:p>
        </p:txBody>
      </p:sp>
      <p:sp>
        <p:nvSpPr>
          <p:cNvPr id="347" name="Google Shape;347;p11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2" name="Google Shape;352;p12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53" name="Google Shape;353;p12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Relationship Id="rId5" Type="http://schemas.openxmlformats.org/officeDocument/2006/relationships/image" Target="../media/image7.png"/><Relationship Id="rId4" Type="http://schemas.openxmlformats.org/officeDocument/2006/relationships/image" Target="../media/image6.jpg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8.jpg"/><Relationship Id="rId1" Type="http://schemas.openxmlformats.org/officeDocument/2006/relationships/slideMaster" Target="../slideMasters/slideMaster1.xml"/><Relationship Id="rId5" Type="http://schemas.openxmlformats.org/officeDocument/2006/relationships/image" Target="../media/image7.png"/><Relationship Id="rId4" Type="http://schemas.openxmlformats.org/officeDocument/2006/relationships/image" Target="../media/image5.png"/></Relationships>
</file>

<file path=ppt/slideLayouts/_rels/slideLayout5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10.jp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g"/><Relationship Id="rId2" Type="http://schemas.openxmlformats.org/officeDocument/2006/relationships/image" Target="../media/image11.jp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2.png"/></Relationships>
</file>

<file path=ppt/slideLayouts/_rels/slideLayout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image" Target="../media/image12.jp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image" Target="../media/image14.jpg"/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image" Target="../media/image15.png"/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jpg"/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jpg"/><Relationship Id="rId2" Type="http://schemas.openxmlformats.org/officeDocument/2006/relationships/image" Target="../media/image17.jpg"/><Relationship Id="rId1" Type="http://schemas.openxmlformats.org/officeDocument/2006/relationships/slideMaster" Target="../slideMasters/slideMaster1.xml"/><Relationship Id="rId5" Type="http://schemas.openxmlformats.org/officeDocument/2006/relationships/image" Target="../media/image20.jpg"/><Relationship Id="rId4" Type="http://schemas.openxmlformats.org/officeDocument/2006/relationships/image" Target="../media/image19.jpg"/></Relationships>
</file>

<file path=ppt/slideLayouts/_rels/slideLayout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matchingName="Title Slide">
  <p:cSld name="Title Slide">
    <p:bg>
      <p:bgPr>
        <a:solidFill>
          <a:schemeClr val="lt1"/>
        </a:solidFill>
        <a:effectLst/>
      </p:bgPr>
    </p:bg>
    <p:spTree>
      <p:nvGrpSpPr>
        <p:cNvPr id="1" name="Shape 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Google Shape;20;p2"/>
          <p:cNvSpPr/>
          <p:nvPr/>
        </p:nvSpPr>
        <p:spPr>
          <a:xfrm>
            <a:off x="0" y="0"/>
            <a:ext cx="12192000" cy="1761167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1" name="Google Shape;21;p2"/>
          <p:cNvSpPr txBox="1">
            <a:spLocks noGrp="1"/>
          </p:cNvSpPr>
          <p:nvPr>
            <p:ph type="ctrTitle"/>
          </p:nvPr>
        </p:nvSpPr>
        <p:spPr>
          <a:xfrm>
            <a:off x="288099" y="1761167"/>
            <a:ext cx="6255205" cy="382716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5400"/>
              <a:buFont typeface="Play"/>
              <a:buNone/>
              <a:defRPr sz="5400">
                <a:solidFill>
                  <a:schemeClr val="dk2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2" name="Google Shape;22;p2"/>
          <p:cNvSpPr txBox="1">
            <a:spLocks noGrp="1"/>
          </p:cNvSpPr>
          <p:nvPr>
            <p:ph type="subTitle" idx="1"/>
          </p:nvPr>
        </p:nvSpPr>
        <p:spPr>
          <a:xfrm>
            <a:off x="288099" y="5588333"/>
            <a:ext cx="6255205" cy="6715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lvl="0" algn="l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SzPts val="2000"/>
              <a:buNone/>
              <a:defRPr sz="2000">
                <a:solidFill>
                  <a:schemeClr val="dk2"/>
                </a:solidFill>
              </a:defRPr>
            </a:lvl1pPr>
            <a:lvl2pPr lvl="1" algn="ctr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2000"/>
              <a:buNone/>
              <a:defRPr sz="2000"/>
            </a:lvl2pPr>
            <a:lvl3pPr lvl="2" algn="ctr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800"/>
              <a:buNone/>
              <a:defRPr sz="1800"/>
            </a:lvl3pPr>
            <a:lvl4pPr lvl="3" algn="ctr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600"/>
              <a:buNone/>
              <a:defRPr sz="1600"/>
            </a:lvl4pPr>
            <a:lvl5pPr lvl="4" algn="ctr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600"/>
              <a:buNone/>
              <a:defRPr sz="1600"/>
            </a:lvl5pPr>
            <a:lvl6pPr lvl="5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6pPr>
            <a:lvl7pPr lvl="6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7pPr>
            <a:lvl8pPr lvl="7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8pPr>
            <a:lvl9pPr lvl="8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9pPr>
          </a:lstStyle>
          <a:p>
            <a:endParaRPr/>
          </a:p>
        </p:txBody>
      </p:sp>
      <p:grpSp>
        <p:nvGrpSpPr>
          <p:cNvPr id="23" name="Google Shape;23;p2"/>
          <p:cNvGrpSpPr/>
          <p:nvPr/>
        </p:nvGrpSpPr>
        <p:grpSpPr>
          <a:xfrm>
            <a:off x="288097" y="336678"/>
            <a:ext cx="2728123" cy="1106677"/>
            <a:chOff x="288097" y="336678"/>
            <a:chExt cx="2728123" cy="1106677"/>
          </a:xfrm>
        </p:grpSpPr>
        <p:pic>
          <p:nvPicPr>
            <p:cNvPr id="24" name="Google Shape;24;p2"/>
            <p:cNvPicPr preferRelativeResize="0"/>
            <p:nvPr/>
          </p:nvPicPr>
          <p:blipFill rotWithShape="1">
            <a:blip r:embed="rId2">
              <a:alphaModFix/>
            </a:blip>
            <a:srcRect/>
            <a:stretch/>
          </p:blipFill>
          <p:spPr>
            <a:xfrm>
              <a:off x="288097" y="336678"/>
              <a:ext cx="2728123" cy="816492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25" name="Google Shape;25;p2" descr="Member the Texas State University System"/>
            <p:cNvPicPr preferRelativeResize="0"/>
            <p:nvPr/>
          </p:nvPicPr>
          <p:blipFill rotWithShape="1">
            <a:blip r:embed="rId3">
              <a:alphaModFix/>
            </a:blip>
            <a:srcRect/>
            <a:stretch/>
          </p:blipFill>
          <p:spPr>
            <a:xfrm>
              <a:off x="456387" y="1294548"/>
              <a:ext cx="2391543" cy="148807"/>
            </a:xfrm>
            <a:prstGeom prst="rect">
              <a:avLst/>
            </a:prstGeom>
            <a:noFill/>
            <a:ln>
              <a:noFill/>
            </a:ln>
          </p:spPr>
        </p:pic>
      </p:grpSp>
      <p:pic>
        <p:nvPicPr>
          <p:cNvPr id="26" name="Google Shape;26;p2"/>
          <p:cNvPicPr preferRelativeResize="0"/>
          <p:nvPr/>
        </p:nvPicPr>
        <p:blipFill rotWithShape="1">
          <a:blip r:embed="rId4">
            <a:alphaModFix/>
          </a:blip>
          <a:srcRect l="6892" r="6892"/>
          <a:stretch/>
        </p:blipFill>
        <p:spPr>
          <a:xfrm>
            <a:off x="6887688" y="352803"/>
            <a:ext cx="5304312" cy="6152394"/>
          </a:xfrm>
          <a:prstGeom prst="rect">
            <a:avLst/>
          </a:prstGeom>
          <a:noFill/>
          <a:ln>
            <a:noFill/>
          </a:ln>
        </p:spPr>
      </p:pic>
      <p:pic>
        <p:nvPicPr>
          <p:cNvPr id="27" name="Google Shape;27;p2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 flipH="1">
            <a:off x="0" y="1740098"/>
            <a:ext cx="6885432" cy="182880"/>
          </a:xfrm>
          <a:prstGeom prst="rect">
            <a:avLst/>
          </a:prstGeom>
          <a:noFill/>
          <a:ln>
            <a:noFill/>
          </a:ln>
        </p:spPr>
      </p:pic>
      <p:sp>
        <p:nvSpPr>
          <p:cNvPr id="28" name="Google Shape;28;p2"/>
          <p:cNvSpPr>
            <a:spLocks noGrp="1"/>
          </p:cNvSpPr>
          <p:nvPr>
            <p:ph type="pic" idx="2"/>
          </p:nvPr>
        </p:nvSpPr>
        <p:spPr>
          <a:xfrm>
            <a:off x="6887688" y="352803"/>
            <a:ext cx="5304312" cy="6152394"/>
          </a:xfrm>
          <a:prstGeom prst="rect">
            <a:avLst/>
          </a:prstGeom>
          <a:gradFill>
            <a:gsLst>
              <a:gs pos="0">
                <a:srgbClr val="501214">
                  <a:alpha val="0"/>
                </a:srgbClr>
              </a:gs>
              <a:gs pos="100000">
                <a:srgbClr val="501214">
                  <a:alpha val="40000"/>
                </a:srgbClr>
              </a:gs>
            </a:gsLst>
            <a:lin ang="5400000" scaled="0"/>
          </a:gra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29" name="Google Shape;29;p2"/>
          <p:cNvSpPr txBox="1">
            <a:spLocks noGrp="1"/>
          </p:cNvSpPr>
          <p:nvPr>
            <p:ph type="dt" idx="10"/>
          </p:nvPr>
        </p:nvSpPr>
        <p:spPr>
          <a:xfrm>
            <a:off x="608138" y="6492875"/>
            <a:ext cx="2734502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0" name="Google Shape;30;p2"/>
          <p:cNvSpPr txBox="1">
            <a:spLocks noGrp="1"/>
          </p:cNvSpPr>
          <p:nvPr>
            <p:ph type="ftr" idx="11"/>
          </p:nvPr>
        </p:nvSpPr>
        <p:spPr>
          <a:xfrm>
            <a:off x="3499494" y="6492876"/>
            <a:ext cx="8081444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1" name="Google Shape;31;p2"/>
          <p:cNvSpPr txBox="1">
            <a:spLocks noGrp="1"/>
          </p:cNvSpPr>
          <p:nvPr>
            <p:ph type="sldNum" idx="12"/>
          </p:nvPr>
        </p:nvSpPr>
        <p:spPr>
          <a:xfrm>
            <a:off x="11737792" y="6492875"/>
            <a:ext cx="454208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l">
              <a:spcBef>
                <a:spcPts val="0"/>
              </a:spcBef>
              <a:buNone/>
              <a:defRPr/>
            </a:lvl1pPr>
            <a:lvl2pPr marL="0" lvl="1" indent="0" algn="l">
              <a:spcBef>
                <a:spcPts val="0"/>
              </a:spcBef>
              <a:buNone/>
              <a:defRPr/>
            </a:lvl2pPr>
            <a:lvl3pPr marL="0" lvl="2" indent="0" algn="l">
              <a:spcBef>
                <a:spcPts val="0"/>
              </a:spcBef>
              <a:buNone/>
              <a:defRPr/>
            </a:lvl3pPr>
            <a:lvl4pPr marL="0" lvl="3" indent="0" algn="l">
              <a:spcBef>
                <a:spcPts val="0"/>
              </a:spcBef>
              <a:buNone/>
              <a:defRPr/>
            </a:lvl4pPr>
            <a:lvl5pPr marL="0" lvl="4" indent="0" algn="l">
              <a:spcBef>
                <a:spcPts val="0"/>
              </a:spcBef>
              <a:buNone/>
              <a:defRPr/>
            </a:lvl5pPr>
            <a:lvl6pPr marL="0" lvl="5" indent="0" algn="l">
              <a:spcBef>
                <a:spcPts val="0"/>
              </a:spcBef>
              <a:buNone/>
              <a:defRPr/>
            </a:lvl6pPr>
            <a:lvl7pPr marL="0" lvl="6" indent="0" algn="l">
              <a:spcBef>
                <a:spcPts val="0"/>
              </a:spcBef>
              <a:buNone/>
              <a:defRPr/>
            </a:lvl7pPr>
            <a:lvl8pPr marL="0" lvl="7" indent="0" algn="l">
              <a:spcBef>
                <a:spcPts val="0"/>
              </a:spcBef>
              <a:buNone/>
              <a:defRPr/>
            </a:lvl8pPr>
            <a:lvl9pPr marL="0" lvl="8" indent="0" algn="l">
              <a:spcBef>
                <a:spcPts val="0"/>
              </a:spcBef>
              <a:buNone/>
              <a:defRPr/>
            </a:lvl9pPr>
          </a:lstStyle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pic>
        <p:nvPicPr>
          <p:cNvPr id="32" name="Google Shape;32;p2"/>
          <p:cNvPicPr preferRelativeResize="0"/>
          <p:nvPr/>
        </p:nvPicPr>
        <p:blipFill rotWithShape="1">
          <a:blip r:embed="rId4">
            <a:alphaModFix/>
          </a:blip>
          <a:srcRect l="6892" r="6892"/>
          <a:stretch/>
        </p:blipFill>
        <p:spPr>
          <a:xfrm>
            <a:off x="6887688" y="352803"/>
            <a:ext cx="5304312" cy="615239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Content" type="obj">
  <p:cSld name="OBJECT">
    <p:spTree>
      <p:nvGrpSpPr>
        <p:cNvPr id="1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p3"/>
          <p:cNvSpPr txBox="1">
            <a:spLocks noGrp="1"/>
          </p:cNvSpPr>
          <p:nvPr>
            <p:ph type="title"/>
          </p:nvPr>
        </p:nvSpPr>
        <p:spPr>
          <a:xfrm>
            <a:off x="608138" y="365125"/>
            <a:ext cx="10972800" cy="82883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400"/>
              <a:buFont typeface="Play"/>
              <a:buNone/>
              <a:defRPr b="1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5" name="Google Shape;35;p3"/>
          <p:cNvSpPr txBox="1">
            <a:spLocks noGrp="1"/>
          </p:cNvSpPr>
          <p:nvPr>
            <p:ph type="body" idx="1"/>
          </p:nvPr>
        </p:nvSpPr>
        <p:spPr>
          <a:xfrm>
            <a:off x="608138" y="1316271"/>
            <a:ext cx="10972800" cy="473909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431800" algn="l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SzPts val="3200"/>
              <a:buChar char="•"/>
              <a:defRPr sz="3200"/>
            </a:lvl1pPr>
            <a:lvl2pPr marL="914400" lvl="1" indent="-4064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2800"/>
              <a:buChar char="•"/>
              <a:defRPr sz="2800"/>
            </a:lvl2pPr>
            <a:lvl3pPr marL="1371600" lvl="2" indent="-3810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2400"/>
              <a:buChar char="•"/>
              <a:defRPr sz="2400"/>
            </a:lvl3pPr>
            <a:lvl4pPr marL="1828800" lvl="3" indent="-3556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2000"/>
              <a:buChar char="•"/>
              <a:defRPr sz="2000"/>
            </a:lvl4pPr>
            <a:lvl5pPr marL="2286000" lvl="4" indent="-3556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2000"/>
              <a:buChar char="•"/>
              <a:defRPr sz="2000"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36" name="Google Shape;36;p3"/>
          <p:cNvSpPr txBox="1">
            <a:spLocks noGrp="1"/>
          </p:cNvSpPr>
          <p:nvPr>
            <p:ph type="dt" idx="10"/>
          </p:nvPr>
        </p:nvSpPr>
        <p:spPr>
          <a:xfrm>
            <a:off x="608139" y="6288723"/>
            <a:ext cx="877034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7" name="Google Shape;37;p3"/>
          <p:cNvSpPr txBox="1">
            <a:spLocks noGrp="1"/>
          </p:cNvSpPr>
          <p:nvPr>
            <p:ph type="ftr" idx="11"/>
          </p:nvPr>
        </p:nvSpPr>
        <p:spPr>
          <a:xfrm>
            <a:off x="1554340" y="6288722"/>
            <a:ext cx="8081444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8" name="Google Shape;38;p3"/>
          <p:cNvSpPr txBox="1">
            <a:spLocks noGrp="1"/>
          </p:cNvSpPr>
          <p:nvPr>
            <p:ph type="sldNum" idx="12"/>
          </p:nvPr>
        </p:nvSpPr>
        <p:spPr>
          <a:xfrm>
            <a:off x="9704951" y="6288721"/>
            <a:ext cx="454208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l">
              <a:spcBef>
                <a:spcPts val="0"/>
              </a:spcBef>
              <a:buNone/>
              <a:defRPr/>
            </a:lvl1pPr>
            <a:lvl2pPr marL="0" lvl="1" indent="0" algn="l">
              <a:spcBef>
                <a:spcPts val="0"/>
              </a:spcBef>
              <a:buNone/>
              <a:defRPr/>
            </a:lvl2pPr>
            <a:lvl3pPr marL="0" lvl="2" indent="0" algn="l">
              <a:spcBef>
                <a:spcPts val="0"/>
              </a:spcBef>
              <a:buNone/>
              <a:defRPr/>
            </a:lvl3pPr>
            <a:lvl4pPr marL="0" lvl="3" indent="0" algn="l">
              <a:spcBef>
                <a:spcPts val="0"/>
              </a:spcBef>
              <a:buNone/>
              <a:defRPr/>
            </a:lvl4pPr>
            <a:lvl5pPr marL="0" lvl="4" indent="0" algn="l">
              <a:spcBef>
                <a:spcPts val="0"/>
              </a:spcBef>
              <a:buNone/>
              <a:defRPr/>
            </a:lvl5pPr>
            <a:lvl6pPr marL="0" lvl="5" indent="0" algn="l">
              <a:spcBef>
                <a:spcPts val="0"/>
              </a:spcBef>
              <a:buNone/>
              <a:defRPr/>
            </a:lvl6pPr>
            <a:lvl7pPr marL="0" lvl="6" indent="0" algn="l">
              <a:spcBef>
                <a:spcPts val="0"/>
              </a:spcBef>
              <a:buNone/>
              <a:defRPr/>
            </a:lvl7pPr>
            <a:lvl8pPr marL="0" lvl="7" indent="0" algn="l">
              <a:spcBef>
                <a:spcPts val="0"/>
              </a:spcBef>
              <a:buNone/>
              <a:defRPr/>
            </a:lvl8pPr>
            <a:lvl9pPr marL="0" lvl="8" indent="0" algn="l">
              <a:spcBef>
                <a:spcPts val="0"/>
              </a:spcBef>
              <a:buNone/>
              <a:defRPr/>
            </a:lvl9pPr>
          </a:lstStyle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mparison">
  <p:cSld name="Comparison">
    <p:spTree>
      <p:nvGrpSpPr>
        <p:cNvPr id="1" name="Shape 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" name="Google Shape;40;p4"/>
          <p:cNvSpPr txBox="1">
            <a:spLocks noGrp="1"/>
          </p:cNvSpPr>
          <p:nvPr>
            <p:ph type="body" idx="1"/>
          </p:nvPr>
        </p:nvSpPr>
        <p:spPr>
          <a:xfrm>
            <a:off x="608137" y="1293022"/>
            <a:ext cx="5345623" cy="73405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SzPts val="2800"/>
              <a:buNone/>
              <a:defRPr sz="2800" b="1">
                <a:solidFill>
                  <a:schemeClr val="accent2"/>
                </a:solidFill>
              </a:defRPr>
            </a:lvl1pPr>
            <a:lvl2pPr marL="914400" lvl="1" indent="-2286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2000"/>
              <a:buNone/>
              <a:defRPr sz="2000" b="1"/>
            </a:lvl2pPr>
            <a:lvl3pPr marL="1371600" lvl="2" indent="-2286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800"/>
              <a:buNone/>
              <a:defRPr sz="1800" b="1"/>
            </a:lvl3pPr>
            <a:lvl4pPr marL="1828800" lvl="3" indent="-2286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600"/>
              <a:buNone/>
              <a:defRPr sz="1600" b="1"/>
            </a:lvl4pPr>
            <a:lvl5pPr marL="2286000" lvl="4" indent="-2286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600"/>
              <a:buNone/>
              <a:defRPr sz="1600" b="1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41" name="Google Shape;41;p4"/>
          <p:cNvSpPr txBox="1">
            <a:spLocks noGrp="1"/>
          </p:cNvSpPr>
          <p:nvPr>
            <p:ph type="body" idx="2"/>
          </p:nvPr>
        </p:nvSpPr>
        <p:spPr>
          <a:xfrm>
            <a:off x="608137" y="2126139"/>
            <a:ext cx="5345623" cy="406352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406400" algn="l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SzPts val="2800"/>
              <a:buChar char="•"/>
              <a:defRPr sz="2800"/>
            </a:lvl1pPr>
            <a:lvl2pPr marL="914400" lvl="1" indent="-3810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2400"/>
              <a:buChar char="•"/>
              <a:defRPr sz="2400"/>
            </a:lvl2pPr>
            <a:lvl3pPr marL="1371600" lvl="2" indent="-3556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2000"/>
              <a:buChar char="•"/>
              <a:defRPr sz="2000"/>
            </a:lvl3pPr>
            <a:lvl4pPr marL="1828800" lvl="3" indent="-3429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800"/>
              <a:buChar char="•"/>
              <a:defRPr sz="1800"/>
            </a:lvl4pPr>
            <a:lvl5pPr marL="2286000" lvl="4" indent="-3429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800"/>
              <a:buChar char="•"/>
              <a:defRPr sz="1800"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42" name="Google Shape;42;p4"/>
          <p:cNvSpPr txBox="1">
            <a:spLocks noGrp="1"/>
          </p:cNvSpPr>
          <p:nvPr>
            <p:ph type="body" idx="3"/>
          </p:nvPr>
        </p:nvSpPr>
        <p:spPr>
          <a:xfrm>
            <a:off x="6094538" y="1293022"/>
            <a:ext cx="5373524" cy="73405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SzPts val="2800"/>
              <a:buNone/>
              <a:defRPr sz="2800" b="1">
                <a:solidFill>
                  <a:schemeClr val="accent2"/>
                </a:solidFill>
              </a:defRPr>
            </a:lvl1pPr>
            <a:lvl2pPr marL="914400" lvl="1" indent="-2286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2000"/>
              <a:buNone/>
              <a:defRPr sz="2000" b="1"/>
            </a:lvl2pPr>
            <a:lvl3pPr marL="1371600" lvl="2" indent="-2286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800"/>
              <a:buNone/>
              <a:defRPr sz="1800" b="1"/>
            </a:lvl3pPr>
            <a:lvl4pPr marL="1828800" lvl="3" indent="-2286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600"/>
              <a:buNone/>
              <a:defRPr sz="1600" b="1"/>
            </a:lvl4pPr>
            <a:lvl5pPr marL="2286000" lvl="4" indent="-2286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600"/>
              <a:buNone/>
              <a:defRPr sz="1600" b="1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43" name="Google Shape;43;p4"/>
          <p:cNvSpPr txBox="1">
            <a:spLocks noGrp="1"/>
          </p:cNvSpPr>
          <p:nvPr>
            <p:ph type="body" idx="4"/>
          </p:nvPr>
        </p:nvSpPr>
        <p:spPr>
          <a:xfrm>
            <a:off x="6094538" y="2126139"/>
            <a:ext cx="5486400" cy="406352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406400" algn="l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SzPts val="2800"/>
              <a:buChar char="•"/>
              <a:defRPr sz="2800"/>
            </a:lvl1pPr>
            <a:lvl2pPr marL="914400" lvl="1" indent="-3810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2400"/>
              <a:buChar char="•"/>
              <a:defRPr sz="2400"/>
            </a:lvl2pPr>
            <a:lvl3pPr marL="1371600" lvl="2" indent="-3556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2000"/>
              <a:buChar char="•"/>
              <a:defRPr sz="2000"/>
            </a:lvl3pPr>
            <a:lvl4pPr marL="1828800" lvl="3" indent="-3429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800"/>
              <a:buChar char="•"/>
              <a:defRPr sz="1800"/>
            </a:lvl4pPr>
            <a:lvl5pPr marL="2286000" lvl="4" indent="-3429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800"/>
              <a:buChar char="•"/>
              <a:defRPr sz="1800"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44" name="Google Shape;44;p4"/>
          <p:cNvSpPr txBox="1">
            <a:spLocks noGrp="1"/>
          </p:cNvSpPr>
          <p:nvPr>
            <p:ph type="dt" idx="10"/>
          </p:nvPr>
        </p:nvSpPr>
        <p:spPr>
          <a:xfrm>
            <a:off x="608139" y="6288723"/>
            <a:ext cx="877034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5" name="Google Shape;45;p4"/>
          <p:cNvSpPr txBox="1">
            <a:spLocks noGrp="1"/>
          </p:cNvSpPr>
          <p:nvPr>
            <p:ph type="ftr" idx="11"/>
          </p:nvPr>
        </p:nvSpPr>
        <p:spPr>
          <a:xfrm>
            <a:off x="1554340" y="6288722"/>
            <a:ext cx="8081444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6" name="Google Shape;46;p4"/>
          <p:cNvSpPr txBox="1">
            <a:spLocks noGrp="1"/>
          </p:cNvSpPr>
          <p:nvPr>
            <p:ph type="sldNum" idx="12"/>
          </p:nvPr>
        </p:nvSpPr>
        <p:spPr>
          <a:xfrm>
            <a:off x="9704951" y="6288721"/>
            <a:ext cx="454208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l">
              <a:spcBef>
                <a:spcPts val="0"/>
              </a:spcBef>
              <a:buNone/>
              <a:defRPr/>
            </a:lvl1pPr>
            <a:lvl2pPr marL="0" lvl="1" indent="0" algn="l">
              <a:spcBef>
                <a:spcPts val="0"/>
              </a:spcBef>
              <a:buNone/>
              <a:defRPr/>
            </a:lvl2pPr>
            <a:lvl3pPr marL="0" lvl="2" indent="0" algn="l">
              <a:spcBef>
                <a:spcPts val="0"/>
              </a:spcBef>
              <a:buNone/>
              <a:defRPr/>
            </a:lvl3pPr>
            <a:lvl4pPr marL="0" lvl="3" indent="0" algn="l">
              <a:spcBef>
                <a:spcPts val="0"/>
              </a:spcBef>
              <a:buNone/>
              <a:defRPr/>
            </a:lvl4pPr>
            <a:lvl5pPr marL="0" lvl="4" indent="0" algn="l">
              <a:spcBef>
                <a:spcPts val="0"/>
              </a:spcBef>
              <a:buNone/>
              <a:defRPr/>
            </a:lvl5pPr>
            <a:lvl6pPr marL="0" lvl="5" indent="0" algn="l">
              <a:spcBef>
                <a:spcPts val="0"/>
              </a:spcBef>
              <a:buNone/>
              <a:defRPr/>
            </a:lvl6pPr>
            <a:lvl7pPr marL="0" lvl="6" indent="0" algn="l">
              <a:spcBef>
                <a:spcPts val="0"/>
              </a:spcBef>
              <a:buNone/>
              <a:defRPr/>
            </a:lvl7pPr>
            <a:lvl8pPr marL="0" lvl="7" indent="0" algn="l">
              <a:spcBef>
                <a:spcPts val="0"/>
              </a:spcBef>
              <a:buNone/>
              <a:defRPr/>
            </a:lvl8pPr>
            <a:lvl9pPr marL="0" lvl="8" indent="0" algn="l">
              <a:spcBef>
                <a:spcPts val="0"/>
              </a:spcBef>
              <a:buNone/>
              <a:defRPr/>
            </a:lvl9pPr>
          </a:lstStyle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47" name="Google Shape;47;p4"/>
          <p:cNvSpPr txBox="1">
            <a:spLocks noGrp="1"/>
          </p:cNvSpPr>
          <p:nvPr>
            <p:ph type="title"/>
          </p:nvPr>
        </p:nvSpPr>
        <p:spPr>
          <a:xfrm>
            <a:off x="608138" y="365125"/>
            <a:ext cx="10972800" cy="82883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matchingName="Title Slide - Round Rock">
  <p:cSld name="Title Slide - Round Rock">
    <p:bg>
      <p:bgPr>
        <a:solidFill>
          <a:schemeClr val="lt1"/>
        </a:solidFill>
        <a:effectLst/>
      </p:bgPr>
    </p:bg>
    <p:spTree>
      <p:nvGrpSpPr>
        <p:cNvPr id="1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5"/>
          <p:cNvSpPr/>
          <p:nvPr/>
        </p:nvSpPr>
        <p:spPr>
          <a:xfrm>
            <a:off x="0" y="0"/>
            <a:ext cx="12192000" cy="1761167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50" name="Google Shape;50;p5"/>
          <p:cNvPicPr preferRelativeResize="0"/>
          <p:nvPr/>
        </p:nvPicPr>
        <p:blipFill rotWithShape="1">
          <a:blip r:embed="rId2">
            <a:alphaModFix/>
          </a:blip>
          <a:srcRect l="6892" r="6892"/>
          <a:stretch/>
        </p:blipFill>
        <p:spPr>
          <a:xfrm>
            <a:off x="6887688" y="352803"/>
            <a:ext cx="5304312" cy="6152394"/>
          </a:xfrm>
          <a:prstGeom prst="rect">
            <a:avLst/>
          </a:prstGeom>
          <a:noFill/>
          <a:ln>
            <a:noFill/>
          </a:ln>
        </p:spPr>
      </p:pic>
      <p:sp>
        <p:nvSpPr>
          <p:cNvPr id="51" name="Google Shape;51;p5"/>
          <p:cNvSpPr txBox="1">
            <a:spLocks noGrp="1"/>
          </p:cNvSpPr>
          <p:nvPr>
            <p:ph type="ctrTitle"/>
          </p:nvPr>
        </p:nvSpPr>
        <p:spPr>
          <a:xfrm>
            <a:off x="288099" y="1761167"/>
            <a:ext cx="6255205" cy="382716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5400"/>
              <a:buFont typeface="Play"/>
              <a:buNone/>
              <a:defRPr sz="5400">
                <a:solidFill>
                  <a:schemeClr val="dk2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2" name="Google Shape;52;p5"/>
          <p:cNvSpPr txBox="1">
            <a:spLocks noGrp="1"/>
          </p:cNvSpPr>
          <p:nvPr>
            <p:ph type="subTitle" idx="1"/>
          </p:nvPr>
        </p:nvSpPr>
        <p:spPr>
          <a:xfrm>
            <a:off x="288099" y="5588333"/>
            <a:ext cx="6255205" cy="6715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lvl="0" algn="l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SzPts val="2000"/>
              <a:buNone/>
              <a:defRPr sz="2000">
                <a:solidFill>
                  <a:schemeClr val="dk2"/>
                </a:solidFill>
              </a:defRPr>
            </a:lvl1pPr>
            <a:lvl2pPr lvl="1" algn="ctr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2000"/>
              <a:buNone/>
              <a:defRPr sz="2000"/>
            </a:lvl2pPr>
            <a:lvl3pPr lvl="2" algn="ctr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800"/>
              <a:buNone/>
              <a:defRPr sz="1800"/>
            </a:lvl3pPr>
            <a:lvl4pPr lvl="3" algn="ctr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600"/>
              <a:buNone/>
              <a:defRPr sz="1600"/>
            </a:lvl4pPr>
            <a:lvl5pPr lvl="4" algn="ctr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600"/>
              <a:buNone/>
              <a:defRPr sz="1600"/>
            </a:lvl5pPr>
            <a:lvl6pPr lvl="5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6pPr>
            <a:lvl7pPr lvl="6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7pPr>
            <a:lvl8pPr lvl="7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8pPr>
            <a:lvl9pPr lvl="8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9pPr>
          </a:lstStyle>
          <a:p>
            <a:endParaRPr/>
          </a:p>
        </p:txBody>
      </p:sp>
      <p:grpSp>
        <p:nvGrpSpPr>
          <p:cNvPr id="53" name="Google Shape;53;p5"/>
          <p:cNvGrpSpPr/>
          <p:nvPr/>
        </p:nvGrpSpPr>
        <p:grpSpPr>
          <a:xfrm>
            <a:off x="288099" y="452424"/>
            <a:ext cx="2743200" cy="985894"/>
            <a:chOff x="288099" y="452424"/>
            <a:chExt cx="2743200" cy="985894"/>
          </a:xfrm>
        </p:grpSpPr>
        <p:pic>
          <p:nvPicPr>
            <p:cNvPr id="54" name="Google Shape;54;p5"/>
            <p:cNvPicPr preferRelativeResize="0"/>
            <p:nvPr/>
          </p:nvPicPr>
          <p:blipFill rotWithShape="1">
            <a:blip r:embed="rId3">
              <a:alphaModFix/>
            </a:blip>
            <a:srcRect/>
            <a:stretch/>
          </p:blipFill>
          <p:spPr>
            <a:xfrm>
              <a:off x="288099" y="452424"/>
              <a:ext cx="2743200" cy="71120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55" name="Google Shape;55;p5" descr="Member the Texas State University System"/>
            <p:cNvPicPr preferRelativeResize="0"/>
            <p:nvPr/>
          </p:nvPicPr>
          <p:blipFill rotWithShape="1">
            <a:blip r:embed="rId4">
              <a:alphaModFix/>
            </a:blip>
            <a:srcRect/>
            <a:stretch/>
          </p:blipFill>
          <p:spPr>
            <a:xfrm>
              <a:off x="456388" y="1289511"/>
              <a:ext cx="2391543" cy="148807"/>
            </a:xfrm>
            <a:prstGeom prst="rect">
              <a:avLst/>
            </a:prstGeom>
            <a:noFill/>
            <a:ln>
              <a:noFill/>
            </a:ln>
          </p:spPr>
        </p:pic>
      </p:grpSp>
      <p:sp>
        <p:nvSpPr>
          <p:cNvPr id="56" name="Google Shape;56;p5"/>
          <p:cNvSpPr>
            <a:spLocks noGrp="1"/>
          </p:cNvSpPr>
          <p:nvPr>
            <p:ph type="pic" idx="2"/>
          </p:nvPr>
        </p:nvSpPr>
        <p:spPr>
          <a:xfrm>
            <a:off x="6897810" y="352803"/>
            <a:ext cx="5294190" cy="6152394"/>
          </a:xfrm>
          <a:prstGeom prst="rect">
            <a:avLst/>
          </a:prstGeom>
          <a:gradFill>
            <a:gsLst>
              <a:gs pos="0">
                <a:srgbClr val="501214">
                  <a:alpha val="0"/>
                </a:srgbClr>
              </a:gs>
              <a:gs pos="100000">
                <a:srgbClr val="501214">
                  <a:alpha val="40000"/>
                </a:srgbClr>
              </a:gs>
            </a:gsLst>
            <a:lin ang="5400000" scaled="0"/>
          </a:gradFill>
          <a:ln>
            <a:noFill/>
          </a:ln>
        </p:spPr>
      </p:sp>
      <p:sp>
        <p:nvSpPr>
          <p:cNvPr id="57" name="Google Shape;57;p5"/>
          <p:cNvSpPr txBox="1">
            <a:spLocks noGrp="1"/>
          </p:cNvSpPr>
          <p:nvPr>
            <p:ph type="dt" idx="10"/>
          </p:nvPr>
        </p:nvSpPr>
        <p:spPr>
          <a:xfrm>
            <a:off x="608138" y="6501554"/>
            <a:ext cx="2734502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8" name="Google Shape;58;p5"/>
          <p:cNvSpPr txBox="1">
            <a:spLocks noGrp="1"/>
          </p:cNvSpPr>
          <p:nvPr>
            <p:ph type="ftr" idx="11"/>
          </p:nvPr>
        </p:nvSpPr>
        <p:spPr>
          <a:xfrm>
            <a:off x="3499494" y="6501555"/>
            <a:ext cx="8081444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9" name="Google Shape;59;p5"/>
          <p:cNvSpPr txBox="1">
            <a:spLocks noGrp="1"/>
          </p:cNvSpPr>
          <p:nvPr>
            <p:ph type="sldNum" idx="12"/>
          </p:nvPr>
        </p:nvSpPr>
        <p:spPr>
          <a:xfrm>
            <a:off x="11737792" y="6501554"/>
            <a:ext cx="454208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l">
              <a:spcBef>
                <a:spcPts val="0"/>
              </a:spcBef>
              <a:buNone/>
              <a:defRPr/>
            </a:lvl1pPr>
            <a:lvl2pPr marL="0" lvl="1" indent="0" algn="l">
              <a:spcBef>
                <a:spcPts val="0"/>
              </a:spcBef>
              <a:buNone/>
              <a:defRPr/>
            </a:lvl2pPr>
            <a:lvl3pPr marL="0" lvl="2" indent="0" algn="l">
              <a:spcBef>
                <a:spcPts val="0"/>
              </a:spcBef>
              <a:buNone/>
              <a:defRPr/>
            </a:lvl3pPr>
            <a:lvl4pPr marL="0" lvl="3" indent="0" algn="l">
              <a:spcBef>
                <a:spcPts val="0"/>
              </a:spcBef>
              <a:buNone/>
              <a:defRPr/>
            </a:lvl4pPr>
            <a:lvl5pPr marL="0" lvl="4" indent="0" algn="l">
              <a:spcBef>
                <a:spcPts val="0"/>
              </a:spcBef>
              <a:buNone/>
              <a:defRPr/>
            </a:lvl5pPr>
            <a:lvl6pPr marL="0" lvl="5" indent="0" algn="l">
              <a:spcBef>
                <a:spcPts val="0"/>
              </a:spcBef>
              <a:buNone/>
              <a:defRPr/>
            </a:lvl6pPr>
            <a:lvl7pPr marL="0" lvl="6" indent="0" algn="l">
              <a:spcBef>
                <a:spcPts val="0"/>
              </a:spcBef>
              <a:buNone/>
              <a:defRPr/>
            </a:lvl7pPr>
            <a:lvl8pPr marL="0" lvl="7" indent="0" algn="l">
              <a:spcBef>
                <a:spcPts val="0"/>
              </a:spcBef>
              <a:buNone/>
              <a:defRPr/>
            </a:lvl8pPr>
            <a:lvl9pPr marL="0" lvl="8" indent="0" algn="l">
              <a:spcBef>
                <a:spcPts val="0"/>
              </a:spcBef>
              <a:buNone/>
              <a:defRPr/>
            </a:lvl9pPr>
          </a:lstStyle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pic>
        <p:nvPicPr>
          <p:cNvPr id="60" name="Google Shape;60;p5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 flipH="1">
            <a:off x="0" y="1740098"/>
            <a:ext cx="6885432" cy="18288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matchingName="Title Slide - Custom Logo">
  <p:cSld name="Title Slide - Custom Logo">
    <p:bg>
      <p:bgPr>
        <a:solidFill>
          <a:schemeClr val="lt1"/>
        </a:solidFill>
        <a:effectLst/>
      </p:bgPr>
    </p:bg>
    <p:spTree>
      <p:nvGrpSpPr>
        <p:cNvPr id="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6"/>
          <p:cNvSpPr/>
          <p:nvPr/>
        </p:nvSpPr>
        <p:spPr>
          <a:xfrm>
            <a:off x="0" y="0"/>
            <a:ext cx="12192000" cy="1761167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3" name="Google Shape;63;p6"/>
          <p:cNvSpPr txBox="1">
            <a:spLocks noGrp="1"/>
          </p:cNvSpPr>
          <p:nvPr>
            <p:ph type="ctrTitle"/>
          </p:nvPr>
        </p:nvSpPr>
        <p:spPr>
          <a:xfrm>
            <a:off x="288099" y="1761167"/>
            <a:ext cx="6255205" cy="382716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5400"/>
              <a:buFont typeface="Play"/>
              <a:buNone/>
              <a:defRPr sz="5400">
                <a:solidFill>
                  <a:schemeClr val="dk2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4" name="Google Shape;64;p6"/>
          <p:cNvSpPr txBox="1">
            <a:spLocks noGrp="1"/>
          </p:cNvSpPr>
          <p:nvPr>
            <p:ph type="subTitle" idx="1"/>
          </p:nvPr>
        </p:nvSpPr>
        <p:spPr>
          <a:xfrm>
            <a:off x="288099" y="5588333"/>
            <a:ext cx="6255205" cy="6715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lvl="0" algn="l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SzPts val="2000"/>
              <a:buNone/>
              <a:defRPr sz="2000">
                <a:solidFill>
                  <a:schemeClr val="dk2"/>
                </a:solidFill>
              </a:defRPr>
            </a:lvl1pPr>
            <a:lvl2pPr lvl="1" algn="ctr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2000"/>
              <a:buNone/>
              <a:defRPr sz="2000"/>
            </a:lvl2pPr>
            <a:lvl3pPr lvl="2" algn="ctr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800"/>
              <a:buNone/>
              <a:defRPr sz="1800"/>
            </a:lvl3pPr>
            <a:lvl4pPr lvl="3" algn="ctr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600"/>
              <a:buNone/>
              <a:defRPr sz="1600"/>
            </a:lvl4pPr>
            <a:lvl5pPr lvl="4" algn="ctr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600"/>
              <a:buNone/>
              <a:defRPr sz="1600"/>
            </a:lvl5pPr>
            <a:lvl6pPr lvl="5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6pPr>
            <a:lvl7pPr lvl="6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7pPr>
            <a:lvl8pPr lvl="7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8pPr>
            <a:lvl9pPr lvl="8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9pPr>
          </a:lstStyle>
          <a:p>
            <a:endParaRPr/>
          </a:p>
        </p:txBody>
      </p:sp>
      <p:pic>
        <p:nvPicPr>
          <p:cNvPr id="65" name="Google Shape;65;p6"/>
          <p:cNvPicPr preferRelativeResize="0"/>
          <p:nvPr/>
        </p:nvPicPr>
        <p:blipFill rotWithShape="1">
          <a:blip r:embed="rId2">
            <a:alphaModFix/>
          </a:blip>
          <a:srcRect l="6892" r="6892"/>
          <a:stretch/>
        </p:blipFill>
        <p:spPr>
          <a:xfrm>
            <a:off x="6887688" y="352803"/>
            <a:ext cx="5304312" cy="6152394"/>
          </a:xfrm>
          <a:prstGeom prst="rect">
            <a:avLst/>
          </a:prstGeom>
          <a:noFill/>
          <a:ln>
            <a:noFill/>
          </a:ln>
        </p:spPr>
      </p:pic>
      <p:sp>
        <p:nvSpPr>
          <p:cNvPr id="66" name="Google Shape;66;p6"/>
          <p:cNvSpPr>
            <a:spLocks noGrp="1"/>
          </p:cNvSpPr>
          <p:nvPr>
            <p:ph type="pic" idx="2"/>
          </p:nvPr>
        </p:nvSpPr>
        <p:spPr>
          <a:xfrm>
            <a:off x="406399" y="233680"/>
            <a:ext cx="3138311" cy="1239519"/>
          </a:xfrm>
          <a:prstGeom prst="rect">
            <a:avLst/>
          </a:prstGeom>
          <a:noFill/>
          <a:ln>
            <a:noFill/>
          </a:ln>
        </p:spPr>
      </p:sp>
      <p:sp>
        <p:nvSpPr>
          <p:cNvPr id="67" name="Google Shape;67;p6"/>
          <p:cNvSpPr>
            <a:spLocks noGrp="1"/>
          </p:cNvSpPr>
          <p:nvPr>
            <p:ph type="pic" idx="3"/>
          </p:nvPr>
        </p:nvSpPr>
        <p:spPr>
          <a:xfrm>
            <a:off x="6887688" y="352803"/>
            <a:ext cx="5304312" cy="6152394"/>
          </a:xfrm>
          <a:prstGeom prst="rect">
            <a:avLst/>
          </a:prstGeom>
          <a:gradFill>
            <a:gsLst>
              <a:gs pos="0">
                <a:srgbClr val="501214">
                  <a:alpha val="0"/>
                </a:srgbClr>
              </a:gs>
              <a:gs pos="100000">
                <a:srgbClr val="501214">
                  <a:alpha val="40000"/>
                </a:srgbClr>
              </a:gs>
            </a:gsLst>
            <a:lin ang="5400000" scaled="0"/>
          </a:gradFill>
          <a:ln>
            <a:noFill/>
          </a:ln>
        </p:spPr>
      </p:sp>
      <p:sp>
        <p:nvSpPr>
          <p:cNvPr id="68" name="Google Shape;68;p6"/>
          <p:cNvSpPr txBox="1">
            <a:spLocks noGrp="1"/>
          </p:cNvSpPr>
          <p:nvPr>
            <p:ph type="dt" idx="10"/>
          </p:nvPr>
        </p:nvSpPr>
        <p:spPr>
          <a:xfrm>
            <a:off x="608138" y="6505197"/>
            <a:ext cx="2734502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9" name="Google Shape;69;p6"/>
          <p:cNvSpPr txBox="1">
            <a:spLocks noGrp="1"/>
          </p:cNvSpPr>
          <p:nvPr>
            <p:ph type="ftr" idx="11"/>
          </p:nvPr>
        </p:nvSpPr>
        <p:spPr>
          <a:xfrm>
            <a:off x="3499494" y="6505198"/>
            <a:ext cx="8081444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0" name="Google Shape;70;p6"/>
          <p:cNvSpPr txBox="1">
            <a:spLocks noGrp="1"/>
          </p:cNvSpPr>
          <p:nvPr>
            <p:ph type="sldNum" idx="12"/>
          </p:nvPr>
        </p:nvSpPr>
        <p:spPr>
          <a:xfrm>
            <a:off x="11737792" y="6505197"/>
            <a:ext cx="454208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l">
              <a:spcBef>
                <a:spcPts val="0"/>
              </a:spcBef>
              <a:buNone/>
              <a:defRPr/>
            </a:lvl1pPr>
            <a:lvl2pPr marL="0" lvl="1" indent="0" algn="l">
              <a:spcBef>
                <a:spcPts val="0"/>
              </a:spcBef>
              <a:buNone/>
              <a:defRPr/>
            </a:lvl2pPr>
            <a:lvl3pPr marL="0" lvl="2" indent="0" algn="l">
              <a:spcBef>
                <a:spcPts val="0"/>
              </a:spcBef>
              <a:buNone/>
              <a:defRPr/>
            </a:lvl3pPr>
            <a:lvl4pPr marL="0" lvl="3" indent="0" algn="l">
              <a:spcBef>
                <a:spcPts val="0"/>
              </a:spcBef>
              <a:buNone/>
              <a:defRPr/>
            </a:lvl4pPr>
            <a:lvl5pPr marL="0" lvl="4" indent="0" algn="l">
              <a:spcBef>
                <a:spcPts val="0"/>
              </a:spcBef>
              <a:buNone/>
              <a:defRPr/>
            </a:lvl5pPr>
            <a:lvl6pPr marL="0" lvl="5" indent="0" algn="l">
              <a:spcBef>
                <a:spcPts val="0"/>
              </a:spcBef>
              <a:buNone/>
              <a:defRPr/>
            </a:lvl6pPr>
            <a:lvl7pPr marL="0" lvl="6" indent="0" algn="l">
              <a:spcBef>
                <a:spcPts val="0"/>
              </a:spcBef>
              <a:buNone/>
              <a:defRPr/>
            </a:lvl7pPr>
            <a:lvl8pPr marL="0" lvl="7" indent="0" algn="l">
              <a:spcBef>
                <a:spcPts val="0"/>
              </a:spcBef>
              <a:buNone/>
              <a:defRPr/>
            </a:lvl8pPr>
            <a:lvl9pPr marL="0" lvl="8" indent="0" algn="l">
              <a:spcBef>
                <a:spcPts val="0"/>
              </a:spcBef>
              <a:buNone/>
              <a:defRPr/>
            </a:lvl9pPr>
          </a:lstStyle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pic>
        <p:nvPicPr>
          <p:cNvPr id="71" name="Google Shape;71;p6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 flipH="1">
            <a:off x="0" y="1740098"/>
            <a:ext cx="6885432" cy="18288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wo Content">
  <p:cSld name="Two Content">
    <p:spTree>
      <p:nvGrpSpPr>
        <p:cNvPr id="1" name="Shape 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" name="Google Shape;73;p7"/>
          <p:cNvSpPr txBox="1">
            <a:spLocks noGrp="1"/>
          </p:cNvSpPr>
          <p:nvPr>
            <p:ph type="body" idx="1"/>
          </p:nvPr>
        </p:nvSpPr>
        <p:spPr>
          <a:xfrm>
            <a:off x="608138" y="1305722"/>
            <a:ext cx="5411662" cy="487124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406400" algn="l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SzPts val="2800"/>
              <a:buChar char="•"/>
              <a:defRPr sz="2800"/>
            </a:lvl1pPr>
            <a:lvl2pPr marL="914400" lvl="1" indent="-3810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2400"/>
              <a:buChar char="•"/>
              <a:defRPr sz="2400"/>
            </a:lvl2pPr>
            <a:lvl3pPr marL="1371600" lvl="2" indent="-3556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2000"/>
              <a:buChar char="•"/>
              <a:defRPr sz="2000"/>
            </a:lvl3pPr>
            <a:lvl4pPr marL="1828800" lvl="3" indent="-3429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800"/>
              <a:buChar char="•"/>
              <a:defRPr sz="1800"/>
            </a:lvl4pPr>
            <a:lvl5pPr marL="2286000" lvl="4" indent="-3429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800"/>
              <a:buChar char="•"/>
              <a:defRPr sz="1800"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74" name="Google Shape;74;p7"/>
          <p:cNvSpPr txBox="1">
            <a:spLocks noGrp="1"/>
          </p:cNvSpPr>
          <p:nvPr>
            <p:ph type="body" idx="2"/>
          </p:nvPr>
        </p:nvSpPr>
        <p:spPr>
          <a:xfrm>
            <a:off x="6172203" y="1305721"/>
            <a:ext cx="5408736" cy="487124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406400" algn="l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SzPts val="2800"/>
              <a:buChar char="•"/>
              <a:defRPr sz="2800"/>
            </a:lvl1pPr>
            <a:lvl2pPr marL="914400" lvl="1" indent="-3810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2400"/>
              <a:buChar char="•"/>
              <a:defRPr sz="2400"/>
            </a:lvl2pPr>
            <a:lvl3pPr marL="1371600" lvl="2" indent="-3556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2000"/>
              <a:buChar char="•"/>
              <a:defRPr sz="2000"/>
            </a:lvl3pPr>
            <a:lvl4pPr marL="1828800" lvl="3" indent="-3429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800"/>
              <a:buChar char="•"/>
              <a:defRPr sz="1800"/>
            </a:lvl4pPr>
            <a:lvl5pPr marL="2286000" lvl="4" indent="-3429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800"/>
              <a:buChar char="•"/>
              <a:defRPr sz="1800"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75" name="Google Shape;75;p7"/>
          <p:cNvSpPr txBox="1">
            <a:spLocks noGrp="1"/>
          </p:cNvSpPr>
          <p:nvPr>
            <p:ph type="dt" idx="10"/>
          </p:nvPr>
        </p:nvSpPr>
        <p:spPr>
          <a:xfrm>
            <a:off x="608139" y="6288723"/>
            <a:ext cx="877034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6" name="Google Shape;76;p7"/>
          <p:cNvSpPr txBox="1">
            <a:spLocks noGrp="1"/>
          </p:cNvSpPr>
          <p:nvPr>
            <p:ph type="ftr" idx="11"/>
          </p:nvPr>
        </p:nvSpPr>
        <p:spPr>
          <a:xfrm>
            <a:off x="1554340" y="6288722"/>
            <a:ext cx="8081444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7" name="Google Shape;77;p7"/>
          <p:cNvSpPr txBox="1">
            <a:spLocks noGrp="1"/>
          </p:cNvSpPr>
          <p:nvPr>
            <p:ph type="sldNum" idx="12"/>
          </p:nvPr>
        </p:nvSpPr>
        <p:spPr>
          <a:xfrm>
            <a:off x="9704951" y="6288721"/>
            <a:ext cx="454208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l">
              <a:spcBef>
                <a:spcPts val="0"/>
              </a:spcBef>
              <a:buNone/>
              <a:defRPr/>
            </a:lvl1pPr>
            <a:lvl2pPr marL="0" lvl="1" indent="0" algn="l">
              <a:spcBef>
                <a:spcPts val="0"/>
              </a:spcBef>
              <a:buNone/>
              <a:defRPr/>
            </a:lvl2pPr>
            <a:lvl3pPr marL="0" lvl="2" indent="0" algn="l">
              <a:spcBef>
                <a:spcPts val="0"/>
              </a:spcBef>
              <a:buNone/>
              <a:defRPr/>
            </a:lvl3pPr>
            <a:lvl4pPr marL="0" lvl="3" indent="0" algn="l">
              <a:spcBef>
                <a:spcPts val="0"/>
              </a:spcBef>
              <a:buNone/>
              <a:defRPr/>
            </a:lvl4pPr>
            <a:lvl5pPr marL="0" lvl="4" indent="0" algn="l">
              <a:spcBef>
                <a:spcPts val="0"/>
              </a:spcBef>
              <a:buNone/>
              <a:defRPr/>
            </a:lvl5pPr>
            <a:lvl6pPr marL="0" lvl="5" indent="0" algn="l">
              <a:spcBef>
                <a:spcPts val="0"/>
              </a:spcBef>
              <a:buNone/>
              <a:defRPr/>
            </a:lvl6pPr>
            <a:lvl7pPr marL="0" lvl="6" indent="0" algn="l">
              <a:spcBef>
                <a:spcPts val="0"/>
              </a:spcBef>
              <a:buNone/>
              <a:defRPr/>
            </a:lvl7pPr>
            <a:lvl8pPr marL="0" lvl="7" indent="0" algn="l">
              <a:spcBef>
                <a:spcPts val="0"/>
              </a:spcBef>
              <a:buNone/>
              <a:defRPr/>
            </a:lvl8pPr>
            <a:lvl9pPr marL="0" lvl="8" indent="0" algn="l">
              <a:spcBef>
                <a:spcPts val="0"/>
              </a:spcBef>
              <a:buNone/>
              <a:defRPr/>
            </a:lvl9pPr>
          </a:lstStyle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78" name="Google Shape;78;p7"/>
          <p:cNvSpPr txBox="1">
            <a:spLocks noGrp="1"/>
          </p:cNvSpPr>
          <p:nvPr>
            <p:ph type="title"/>
          </p:nvPr>
        </p:nvSpPr>
        <p:spPr>
          <a:xfrm>
            <a:off x="608138" y="365125"/>
            <a:ext cx="10972800" cy="82883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matchingName="Section Header">
  <p:cSld name="Section Header">
    <p:bg>
      <p:bgPr>
        <a:blipFill>
          <a:blip r:embed="rId2">
            <a:alphaModFix/>
          </a:blip>
          <a:stretch>
            <a:fillRect/>
          </a:stretch>
        </a:blipFill>
        <a:effectLst/>
      </p:bgPr>
    </p:bg>
    <p:spTree>
      <p:nvGrpSpPr>
        <p:cNvPr id="1" name="Shape 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0" name="Google Shape;80;p8" descr="A logo with white text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-40770" y="125457"/>
            <a:ext cx="12232769" cy="6732543"/>
          </a:xfrm>
          <a:prstGeom prst="rect">
            <a:avLst/>
          </a:prstGeom>
          <a:noFill/>
          <a:ln>
            <a:noFill/>
          </a:ln>
        </p:spPr>
      </p:pic>
      <p:sp>
        <p:nvSpPr>
          <p:cNvPr id="81" name="Google Shape;81;p8"/>
          <p:cNvSpPr txBox="1">
            <a:spLocks noGrp="1"/>
          </p:cNvSpPr>
          <p:nvPr>
            <p:ph type="title"/>
          </p:nvPr>
        </p:nvSpPr>
        <p:spPr>
          <a:xfrm>
            <a:off x="58242" y="5131124"/>
            <a:ext cx="12232769" cy="172687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Font typeface="Play"/>
              <a:buNone/>
              <a:defRPr sz="4800"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pic>
        <p:nvPicPr>
          <p:cNvPr id="82" name="Google Shape;82;p8"/>
          <p:cNvPicPr preferRelativeResize="0"/>
          <p:nvPr/>
        </p:nvPicPr>
        <p:blipFill rotWithShape="1">
          <a:blip r:embed="rId4">
            <a:alphaModFix/>
          </a:blip>
          <a:srcRect t="10486" b="10485"/>
          <a:stretch/>
        </p:blipFill>
        <p:spPr>
          <a:xfrm>
            <a:off x="0" y="0"/>
            <a:ext cx="12192000" cy="125457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matchingName="Picture with Caption">
  <p:cSld name="Picture with Caption">
    <p:spTree>
      <p:nvGrpSpPr>
        <p:cNvPr id="1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" name="Google Shape;84;p9"/>
          <p:cNvSpPr/>
          <p:nvPr/>
        </p:nvSpPr>
        <p:spPr>
          <a:xfrm flipH="1">
            <a:off x="8351520" y="0"/>
            <a:ext cx="3840480" cy="6858000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85" name="Google Shape;85;p9"/>
          <p:cNvPicPr preferRelativeResize="0"/>
          <p:nvPr/>
        </p:nvPicPr>
        <p:blipFill rotWithShape="1">
          <a:blip r:embed="rId2">
            <a:alphaModFix/>
          </a:blip>
          <a:srcRect l="12851" t="3214" r="17" b="9647"/>
          <a:stretch/>
        </p:blipFill>
        <p:spPr>
          <a:xfrm>
            <a:off x="5963920" y="619759"/>
            <a:ext cx="5615878" cy="5616448"/>
          </a:xfrm>
          <a:prstGeom prst="rect">
            <a:avLst/>
          </a:prstGeom>
          <a:noFill/>
          <a:ln>
            <a:noFill/>
          </a:ln>
        </p:spPr>
      </p:pic>
      <p:sp>
        <p:nvSpPr>
          <p:cNvPr id="86" name="Google Shape;86;p9"/>
          <p:cNvSpPr txBox="1">
            <a:spLocks noGrp="1"/>
          </p:cNvSpPr>
          <p:nvPr>
            <p:ph type="body" idx="1"/>
          </p:nvPr>
        </p:nvSpPr>
        <p:spPr>
          <a:xfrm>
            <a:off x="608138" y="3429000"/>
            <a:ext cx="4743580" cy="255676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SzPts val="1800"/>
              <a:buNone/>
              <a:defRPr sz="1800"/>
            </a:lvl1pPr>
            <a:lvl2pPr marL="914400" lvl="1" indent="-2286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400"/>
              <a:buNone/>
              <a:defRPr sz="1400"/>
            </a:lvl2pPr>
            <a:lvl3pPr marL="1371600" lvl="2" indent="-2286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200"/>
              <a:buNone/>
              <a:defRPr sz="1200"/>
            </a:lvl3pPr>
            <a:lvl4pPr marL="1828800" lvl="3" indent="-2286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000"/>
              <a:buNone/>
              <a:defRPr sz="1000"/>
            </a:lvl4pPr>
            <a:lvl5pPr marL="2286000" lvl="4" indent="-2286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000"/>
              <a:buNone/>
              <a:defRPr sz="1000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>
            <a:endParaRPr/>
          </a:p>
        </p:txBody>
      </p:sp>
      <p:sp>
        <p:nvSpPr>
          <p:cNvPr id="87" name="Google Shape;87;p9"/>
          <p:cNvSpPr>
            <a:spLocks noGrp="1"/>
          </p:cNvSpPr>
          <p:nvPr>
            <p:ph type="pic" idx="2"/>
          </p:nvPr>
        </p:nvSpPr>
        <p:spPr>
          <a:xfrm>
            <a:off x="5963919" y="621791"/>
            <a:ext cx="5615877" cy="5616449"/>
          </a:xfrm>
          <a:prstGeom prst="rect">
            <a:avLst/>
          </a:prstGeom>
          <a:solidFill>
            <a:schemeClr val="dk2">
              <a:alpha val="22745"/>
            </a:schemeClr>
          </a:solidFill>
          <a:ln>
            <a:noFill/>
          </a:ln>
        </p:spPr>
      </p:sp>
      <p:sp>
        <p:nvSpPr>
          <p:cNvPr id="88" name="Google Shape;88;p9"/>
          <p:cNvSpPr txBox="1">
            <a:spLocks noGrp="1"/>
          </p:cNvSpPr>
          <p:nvPr>
            <p:ph type="dt" idx="10"/>
          </p:nvPr>
        </p:nvSpPr>
        <p:spPr>
          <a:xfrm>
            <a:off x="608139" y="6288723"/>
            <a:ext cx="877034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9" name="Google Shape;89;p9"/>
          <p:cNvSpPr txBox="1">
            <a:spLocks noGrp="1"/>
          </p:cNvSpPr>
          <p:nvPr>
            <p:ph type="ftr" idx="11"/>
          </p:nvPr>
        </p:nvSpPr>
        <p:spPr>
          <a:xfrm>
            <a:off x="1554340" y="6288722"/>
            <a:ext cx="8081444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90" name="Google Shape;90;p9"/>
          <p:cNvSpPr txBox="1">
            <a:spLocks noGrp="1"/>
          </p:cNvSpPr>
          <p:nvPr>
            <p:ph type="sldNum" idx="12"/>
          </p:nvPr>
        </p:nvSpPr>
        <p:spPr>
          <a:xfrm>
            <a:off x="9704951" y="6288721"/>
            <a:ext cx="454208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l">
              <a:spcBef>
                <a:spcPts val="0"/>
              </a:spcBef>
              <a:buNone/>
              <a:defRPr/>
            </a:lvl1pPr>
            <a:lvl2pPr marL="0" lvl="1" indent="0" algn="l">
              <a:spcBef>
                <a:spcPts val="0"/>
              </a:spcBef>
              <a:buNone/>
              <a:defRPr/>
            </a:lvl2pPr>
            <a:lvl3pPr marL="0" lvl="2" indent="0" algn="l">
              <a:spcBef>
                <a:spcPts val="0"/>
              </a:spcBef>
              <a:buNone/>
              <a:defRPr/>
            </a:lvl3pPr>
            <a:lvl4pPr marL="0" lvl="3" indent="0" algn="l">
              <a:spcBef>
                <a:spcPts val="0"/>
              </a:spcBef>
              <a:buNone/>
              <a:defRPr/>
            </a:lvl4pPr>
            <a:lvl5pPr marL="0" lvl="4" indent="0" algn="l">
              <a:spcBef>
                <a:spcPts val="0"/>
              </a:spcBef>
              <a:buNone/>
              <a:defRPr/>
            </a:lvl5pPr>
            <a:lvl6pPr marL="0" lvl="5" indent="0" algn="l">
              <a:spcBef>
                <a:spcPts val="0"/>
              </a:spcBef>
              <a:buNone/>
              <a:defRPr/>
            </a:lvl6pPr>
            <a:lvl7pPr marL="0" lvl="6" indent="0" algn="l">
              <a:spcBef>
                <a:spcPts val="0"/>
              </a:spcBef>
              <a:buNone/>
              <a:defRPr/>
            </a:lvl7pPr>
            <a:lvl8pPr marL="0" lvl="7" indent="0" algn="l">
              <a:spcBef>
                <a:spcPts val="0"/>
              </a:spcBef>
              <a:buNone/>
              <a:defRPr/>
            </a:lvl8pPr>
            <a:lvl9pPr marL="0" lvl="8" indent="0" algn="l">
              <a:spcBef>
                <a:spcPts val="0"/>
              </a:spcBef>
              <a:buNone/>
              <a:defRPr/>
            </a:lvl9pPr>
          </a:lstStyle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91" name="Google Shape;91;p9"/>
          <p:cNvSpPr txBox="1">
            <a:spLocks noGrp="1"/>
          </p:cNvSpPr>
          <p:nvPr>
            <p:ph type="title"/>
          </p:nvPr>
        </p:nvSpPr>
        <p:spPr>
          <a:xfrm>
            <a:off x="608138" y="619759"/>
            <a:ext cx="4743580" cy="250627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000"/>
              <a:buFont typeface="Play"/>
              <a:buNone/>
              <a:defRPr sz="4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pic>
        <p:nvPicPr>
          <p:cNvPr id="92" name="Google Shape;92;p9" descr="A logo with white text&#10;&#10;AI-generated content may be incorrect.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0227404" y="5749927"/>
            <a:ext cx="1964594" cy="1133313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allouts — Columns">
  <p:cSld name="Callouts — Columns">
    <p:spTree>
      <p:nvGrpSpPr>
        <p:cNvPr id="1" name="Shape 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" name="Google Shape;94;p10"/>
          <p:cNvSpPr txBox="1">
            <a:spLocks noGrp="1"/>
          </p:cNvSpPr>
          <p:nvPr>
            <p:ph type="dt" idx="10"/>
          </p:nvPr>
        </p:nvSpPr>
        <p:spPr>
          <a:xfrm>
            <a:off x="608139" y="6288723"/>
            <a:ext cx="877034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95" name="Google Shape;95;p10"/>
          <p:cNvSpPr txBox="1">
            <a:spLocks noGrp="1"/>
          </p:cNvSpPr>
          <p:nvPr>
            <p:ph type="ftr" idx="11"/>
          </p:nvPr>
        </p:nvSpPr>
        <p:spPr>
          <a:xfrm>
            <a:off x="1554340" y="6288722"/>
            <a:ext cx="8081444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96" name="Google Shape;96;p10"/>
          <p:cNvSpPr txBox="1">
            <a:spLocks noGrp="1"/>
          </p:cNvSpPr>
          <p:nvPr>
            <p:ph type="sldNum" idx="12"/>
          </p:nvPr>
        </p:nvSpPr>
        <p:spPr>
          <a:xfrm>
            <a:off x="9704951" y="6288721"/>
            <a:ext cx="454208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l">
              <a:spcBef>
                <a:spcPts val="0"/>
              </a:spcBef>
              <a:buNone/>
              <a:defRPr/>
            </a:lvl1pPr>
            <a:lvl2pPr marL="0" lvl="1" indent="0" algn="l">
              <a:spcBef>
                <a:spcPts val="0"/>
              </a:spcBef>
              <a:buNone/>
              <a:defRPr/>
            </a:lvl2pPr>
            <a:lvl3pPr marL="0" lvl="2" indent="0" algn="l">
              <a:spcBef>
                <a:spcPts val="0"/>
              </a:spcBef>
              <a:buNone/>
              <a:defRPr/>
            </a:lvl3pPr>
            <a:lvl4pPr marL="0" lvl="3" indent="0" algn="l">
              <a:spcBef>
                <a:spcPts val="0"/>
              </a:spcBef>
              <a:buNone/>
              <a:defRPr/>
            </a:lvl4pPr>
            <a:lvl5pPr marL="0" lvl="4" indent="0" algn="l">
              <a:spcBef>
                <a:spcPts val="0"/>
              </a:spcBef>
              <a:buNone/>
              <a:defRPr/>
            </a:lvl5pPr>
            <a:lvl6pPr marL="0" lvl="5" indent="0" algn="l">
              <a:spcBef>
                <a:spcPts val="0"/>
              </a:spcBef>
              <a:buNone/>
              <a:defRPr/>
            </a:lvl6pPr>
            <a:lvl7pPr marL="0" lvl="6" indent="0" algn="l">
              <a:spcBef>
                <a:spcPts val="0"/>
              </a:spcBef>
              <a:buNone/>
              <a:defRPr/>
            </a:lvl7pPr>
            <a:lvl8pPr marL="0" lvl="7" indent="0" algn="l">
              <a:spcBef>
                <a:spcPts val="0"/>
              </a:spcBef>
              <a:buNone/>
              <a:defRPr/>
            </a:lvl8pPr>
            <a:lvl9pPr marL="0" lvl="8" indent="0" algn="l">
              <a:spcBef>
                <a:spcPts val="0"/>
              </a:spcBef>
              <a:buNone/>
              <a:defRPr/>
            </a:lvl9pPr>
          </a:lstStyle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97" name="Google Shape;97;p10"/>
          <p:cNvSpPr txBox="1">
            <a:spLocks noGrp="1"/>
          </p:cNvSpPr>
          <p:nvPr>
            <p:ph type="body" idx="1"/>
          </p:nvPr>
        </p:nvSpPr>
        <p:spPr>
          <a:xfrm>
            <a:off x="732281" y="2689353"/>
            <a:ext cx="2353436" cy="112064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0" anchor="t" anchorCtr="0">
            <a:noAutofit/>
          </a:bodyPr>
          <a:lstStyle>
            <a:lvl1pPr marL="457200" lvl="0" indent="-2286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2000"/>
              <a:buNone/>
              <a:defRPr sz="2000" b="1">
                <a:solidFill>
                  <a:srgbClr val="816C3F"/>
                </a:solidFill>
                <a:latin typeface="Play"/>
                <a:ea typeface="Play"/>
                <a:cs typeface="Play"/>
                <a:sym typeface="Play"/>
              </a:defRPr>
            </a:lvl1pPr>
            <a:lvl2pPr marL="914400" lvl="1" indent="-3429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800"/>
              <a:buChar char="•"/>
              <a:defRPr/>
            </a:lvl2pPr>
            <a:lvl3pPr marL="1371600" lvl="2" indent="-3429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800"/>
              <a:buChar char="•"/>
              <a:defRPr/>
            </a:lvl3pPr>
            <a:lvl4pPr marL="1828800" lvl="3" indent="-3429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800"/>
              <a:buChar char="•"/>
              <a:defRPr/>
            </a:lvl4pPr>
            <a:lvl5pPr marL="2286000" lvl="4" indent="-3429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98" name="Google Shape;98;p10"/>
          <p:cNvSpPr txBox="1">
            <a:spLocks noGrp="1"/>
          </p:cNvSpPr>
          <p:nvPr>
            <p:ph type="body" idx="2"/>
          </p:nvPr>
        </p:nvSpPr>
        <p:spPr>
          <a:xfrm>
            <a:off x="731521" y="3810000"/>
            <a:ext cx="2353434" cy="21637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0" rIns="91425" bIns="45700" anchor="t" anchorCtr="0">
            <a:normAutofit/>
          </a:bodyPr>
          <a:lstStyle>
            <a:lvl1pPr marL="457200" lvl="0" indent="-228600" algn="l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SzPts val="1600"/>
              <a:buNone/>
              <a:defRPr sz="1600">
                <a:solidFill>
                  <a:schemeClr val="dk2"/>
                </a:solidFill>
              </a:defRPr>
            </a:lvl1pPr>
            <a:lvl2pPr marL="914400" lvl="1" indent="-3429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800"/>
              <a:buChar char="•"/>
              <a:defRPr/>
            </a:lvl2pPr>
            <a:lvl3pPr marL="1371600" lvl="2" indent="-3429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800"/>
              <a:buChar char="•"/>
              <a:defRPr/>
            </a:lvl3pPr>
            <a:lvl4pPr marL="1828800" lvl="3" indent="-3429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800"/>
              <a:buChar char="•"/>
              <a:defRPr/>
            </a:lvl4pPr>
            <a:lvl5pPr marL="2286000" lvl="4" indent="-3429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99" name="Google Shape;99;p10"/>
          <p:cNvSpPr txBox="1">
            <a:spLocks noGrp="1"/>
          </p:cNvSpPr>
          <p:nvPr>
            <p:ph type="title"/>
          </p:nvPr>
        </p:nvSpPr>
        <p:spPr>
          <a:xfrm>
            <a:off x="608138" y="365125"/>
            <a:ext cx="10972800" cy="213055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600"/>
              <a:buFont typeface="Play"/>
              <a:buNone/>
              <a:defRPr sz="36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cxnSp>
        <p:nvCxnSpPr>
          <p:cNvPr id="100" name="Google Shape;100;p10"/>
          <p:cNvCxnSpPr/>
          <p:nvPr/>
        </p:nvCxnSpPr>
        <p:spPr>
          <a:xfrm>
            <a:off x="622753" y="2689352"/>
            <a:ext cx="0" cy="3284411"/>
          </a:xfrm>
          <a:prstGeom prst="straightConnector1">
            <a:avLst/>
          </a:prstGeom>
          <a:noFill/>
          <a:ln w="19050" cap="flat" cmpd="sng">
            <a:solidFill>
              <a:schemeClr val="accent1"/>
            </a:solidFill>
            <a:prstDash val="solid"/>
            <a:miter lim="800000"/>
            <a:headEnd type="none" w="sm" len="sm"/>
            <a:tailEnd type="none" w="sm" len="sm"/>
          </a:ln>
        </p:spPr>
      </p:cxnSp>
      <p:cxnSp>
        <p:nvCxnSpPr>
          <p:cNvPr id="101" name="Google Shape;101;p10"/>
          <p:cNvCxnSpPr/>
          <p:nvPr/>
        </p:nvCxnSpPr>
        <p:spPr>
          <a:xfrm>
            <a:off x="3457810" y="2689352"/>
            <a:ext cx="0" cy="3284411"/>
          </a:xfrm>
          <a:prstGeom prst="straightConnector1">
            <a:avLst/>
          </a:prstGeom>
          <a:noFill/>
          <a:ln w="19050" cap="flat" cmpd="sng">
            <a:solidFill>
              <a:schemeClr val="accent5"/>
            </a:solidFill>
            <a:prstDash val="solid"/>
            <a:miter lim="800000"/>
            <a:headEnd type="none" w="sm" len="sm"/>
            <a:tailEnd type="none" w="sm" len="sm"/>
          </a:ln>
        </p:spPr>
      </p:cxnSp>
      <p:cxnSp>
        <p:nvCxnSpPr>
          <p:cNvPr id="102" name="Google Shape;102;p10"/>
          <p:cNvCxnSpPr/>
          <p:nvPr/>
        </p:nvCxnSpPr>
        <p:spPr>
          <a:xfrm>
            <a:off x="6293147" y="2689352"/>
            <a:ext cx="0" cy="3284411"/>
          </a:xfrm>
          <a:prstGeom prst="straightConnector1">
            <a:avLst/>
          </a:prstGeom>
          <a:noFill/>
          <a:ln w="19050" cap="flat" cmpd="sng">
            <a:solidFill>
              <a:schemeClr val="accent4"/>
            </a:solidFill>
            <a:prstDash val="solid"/>
            <a:miter lim="800000"/>
            <a:headEnd type="none" w="sm" len="sm"/>
            <a:tailEnd type="none" w="sm" len="sm"/>
          </a:ln>
        </p:spPr>
      </p:cxnSp>
      <p:cxnSp>
        <p:nvCxnSpPr>
          <p:cNvPr id="103" name="Google Shape;103;p10"/>
          <p:cNvCxnSpPr/>
          <p:nvPr/>
        </p:nvCxnSpPr>
        <p:spPr>
          <a:xfrm>
            <a:off x="9129734" y="2689352"/>
            <a:ext cx="0" cy="3284411"/>
          </a:xfrm>
          <a:prstGeom prst="straightConnector1">
            <a:avLst/>
          </a:prstGeom>
          <a:noFill/>
          <a:ln w="19050" cap="flat" cmpd="sng">
            <a:solidFill>
              <a:schemeClr val="accent6"/>
            </a:solidFill>
            <a:prstDash val="solid"/>
            <a:miter lim="800000"/>
            <a:headEnd type="none" w="sm" len="sm"/>
            <a:tailEnd type="none" w="sm" len="sm"/>
          </a:ln>
        </p:spPr>
      </p:cxnSp>
      <p:sp>
        <p:nvSpPr>
          <p:cNvPr id="104" name="Google Shape;104;p10"/>
          <p:cNvSpPr txBox="1">
            <a:spLocks noGrp="1"/>
          </p:cNvSpPr>
          <p:nvPr>
            <p:ph type="body" idx="3"/>
          </p:nvPr>
        </p:nvSpPr>
        <p:spPr>
          <a:xfrm>
            <a:off x="3566575" y="2689353"/>
            <a:ext cx="2353436" cy="112064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0" anchor="t" anchorCtr="0">
            <a:noAutofit/>
          </a:bodyPr>
          <a:lstStyle>
            <a:lvl1pPr marL="457200" lvl="0" indent="-2286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2000"/>
              <a:buNone/>
              <a:defRPr sz="2000" b="1">
                <a:solidFill>
                  <a:schemeClr val="accent5"/>
                </a:solidFill>
                <a:latin typeface="Play"/>
                <a:ea typeface="Play"/>
                <a:cs typeface="Play"/>
                <a:sym typeface="Play"/>
              </a:defRPr>
            </a:lvl1pPr>
            <a:lvl2pPr marL="914400" lvl="1" indent="-3429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800"/>
              <a:buChar char="•"/>
              <a:defRPr/>
            </a:lvl2pPr>
            <a:lvl3pPr marL="1371600" lvl="2" indent="-3429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800"/>
              <a:buChar char="•"/>
              <a:defRPr/>
            </a:lvl3pPr>
            <a:lvl4pPr marL="1828800" lvl="3" indent="-3429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800"/>
              <a:buChar char="•"/>
              <a:defRPr/>
            </a:lvl4pPr>
            <a:lvl5pPr marL="2286000" lvl="4" indent="-3429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105" name="Google Shape;105;p10"/>
          <p:cNvSpPr txBox="1">
            <a:spLocks noGrp="1"/>
          </p:cNvSpPr>
          <p:nvPr>
            <p:ph type="body" idx="4"/>
          </p:nvPr>
        </p:nvSpPr>
        <p:spPr>
          <a:xfrm>
            <a:off x="3573575" y="3810000"/>
            <a:ext cx="2353434" cy="21637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0" rIns="91425" bIns="45700" anchor="t" anchorCtr="0">
            <a:normAutofit/>
          </a:bodyPr>
          <a:lstStyle>
            <a:lvl1pPr marL="457200" lvl="0" indent="-228600" algn="l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SzPts val="1600"/>
              <a:buNone/>
              <a:defRPr sz="1600">
                <a:solidFill>
                  <a:schemeClr val="dk2"/>
                </a:solidFill>
              </a:defRPr>
            </a:lvl1pPr>
            <a:lvl2pPr marL="914400" lvl="1" indent="-3429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800"/>
              <a:buChar char="•"/>
              <a:defRPr/>
            </a:lvl2pPr>
            <a:lvl3pPr marL="1371600" lvl="2" indent="-3429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800"/>
              <a:buChar char="•"/>
              <a:defRPr/>
            </a:lvl3pPr>
            <a:lvl4pPr marL="1828800" lvl="3" indent="-3429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800"/>
              <a:buChar char="•"/>
              <a:defRPr/>
            </a:lvl4pPr>
            <a:lvl5pPr marL="2286000" lvl="4" indent="-3429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106" name="Google Shape;106;p10"/>
          <p:cNvSpPr txBox="1">
            <a:spLocks noGrp="1"/>
          </p:cNvSpPr>
          <p:nvPr>
            <p:ph type="body" idx="5"/>
          </p:nvPr>
        </p:nvSpPr>
        <p:spPr>
          <a:xfrm>
            <a:off x="6422391" y="2689353"/>
            <a:ext cx="2353436" cy="112064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0" anchor="t" anchorCtr="0">
            <a:noAutofit/>
          </a:bodyPr>
          <a:lstStyle>
            <a:lvl1pPr marL="457200" lvl="0" indent="-2286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2000"/>
              <a:buNone/>
              <a:defRPr sz="2000" b="1">
                <a:solidFill>
                  <a:schemeClr val="accent4"/>
                </a:solidFill>
                <a:latin typeface="Play"/>
                <a:ea typeface="Play"/>
                <a:cs typeface="Play"/>
                <a:sym typeface="Play"/>
              </a:defRPr>
            </a:lvl1pPr>
            <a:lvl2pPr marL="914400" lvl="1" indent="-3429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800"/>
              <a:buChar char="•"/>
              <a:defRPr/>
            </a:lvl2pPr>
            <a:lvl3pPr marL="1371600" lvl="2" indent="-3429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800"/>
              <a:buChar char="•"/>
              <a:defRPr/>
            </a:lvl3pPr>
            <a:lvl4pPr marL="1828800" lvl="3" indent="-3429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800"/>
              <a:buChar char="•"/>
              <a:defRPr/>
            </a:lvl4pPr>
            <a:lvl5pPr marL="2286000" lvl="4" indent="-3429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107" name="Google Shape;107;p10"/>
          <p:cNvSpPr txBox="1">
            <a:spLocks noGrp="1"/>
          </p:cNvSpPr>
          <p:nvPr>
            <p:ph type="body" idx="6"/>
          </p:nvPr>
        </p:nvSpPr>
        <p:spPr>
          <a:xfrm>
            <a:off x="6415629" y="3810000"/>
            <a:ext cx="2353434" cy="21637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0" rIns="91425" bIns="45700" anchor="t" anchorCtr="0">
            <a:normAutofit/>
          </a:bodyPr>
          <a:lstStyle>
            <a:lvl1pPr marL="457200" lvl="0" indent="-228600" algn="l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SzPts val="1600"/>
              <a:buNone/>
              <a:defRPr sz="1600">
                <a:solidFill>
                  <a:schemeClr val="dk2"/>
                </a:solidFill>
              </a:defRPr>
            </a:lvl1pPr>
            <a:lvl2pPr marL="914400" lvl="1" indent="-3429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800"/>
              <a:buChar char="•"/>
              <a:defRPr/>
            </a:lvl2pPr>
            <a:lvl3pPr marL="1371600" lvl="2" indent="-3429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800"/>
              <a:buChar char="•"/>
              <a:defRPr/>
            </a:lvl3pPr>
            <a:lvl4pPr marL="1828800" lvl="3" indent="-3429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800"/>
              <a:buChar char="•"/>
              <a:defRPr/>
            </a:lvl4pPr>
            <a:lvl5pPr marL="2286000" lvl="4" indent="-3429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108" name="Google Shape;108;p10"/>
          <p:cNvSpPr txBox="1">
            <a:spLocks noGrp="1"/>
          </p:cNvSpPr>
          <p:nvPr>
            <p:ph type="body" idx="7"/>
          </p:nvPr>
        </p:nvSpPr>
        <p:spPr>
          <a:xfrm>
            <a:off x="9258977" y="2689353"/>
            <a:ext cx="2353436" cy="112064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0" anchor="t" anchorCtr="0">
            <a:noAutofit/>
          </a:bodyPr>
          <a:lstStyle>
            <a:lvl1pPr marL="457200" lvl="0" indent="-2286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2000"/>
              <a:buNone/>
              <a:defRPr sz="2000" b="1">
                <a:solidFill>
                  <a:schemeClr val="accent6"/>
                </a:solidFill>
                <a:latin typeface="Play"/>
                <a:ea typeface="Play"/>
                <a:cs typeface="Play"/>
                <a:sym typeface="Play"/>
              </a:defRPr>
            </a:lvl1pPr>
            <a:lvl2pPr marL="914400" lvl="1" indent="-3429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800"/>
              <a:buChar char="•"/>
              <a:defRPr/>
            </a:lvl2pPr>
            <a:lvl3pPr marL="1371600" lvl="2" indent="-3429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800"/>
              <a:buChar char="•"/>
              <a:defRPr/>
            </a:lvl3pPr>
            <a:lvl4pPr marL="1828800" lvl="3" indent="-3429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800"/>
              <a:buChar char="•"/>
              <a:defRPr/>
            </a:lvl4pPr>
            <a:lvl5pPr marL="2286000" lvl="4" indent="-3429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109" name="Google Shape;109;p10"/>
          <p:cNvSpPr txBox="1">
            <a:spLocks noGrp="1"/>
          </p:cNvSpPr>
          <p:nvPr>
            <p:ph type="body" idx="8"/>
          </p:nvPr>
        </p:nvSpPr>
        <p:spPr>
          <a:xfrm>
            <a:off x="9270040" y="3810000"/>
            <a:ext cx="2353434" cy="21637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0" rIns="91425" bIns="45700" anchor="t" anchorCtr="0">
            <a:normAutofit/>
          </a:bodyPr>
          <a:lstStyle>
            <a:lvl1pPr marL="457200" lvl="0" indent="-228600" algn="l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SzPts val="1600"/>
              <a:buNone/>
              <a:defRPr sz="1600">
                <a:solidFill>
                  <a:schemeClr val="dk2"/>
                </a:solidFill>
              </a:defRPr>
            </a:lvl1pPr>
            <a:lvl2pPr marL="914400" lvl="1" indent="-3429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800"/>
              <a:buChar char="•"/>
              <a:defRPr/>
            </a:lvl2pPr>
            <a:lvl3pPr marL="1371600" lvl="2" indent="-3429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800"/>
              <a:buChar char="•"/>
              <a:defRPr/>
            </a:lvl3pPr>
            <a:lvl4pPr marL="1828800" lvl="3" indent="-3429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800"/>
              <a:buChar char="•"/>
              <a:defRPr/>
            </a:lvl4pPr>
            <a:lvl5pPr marL="2286000" lvl="4" indent="-3429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allouts — Text">
  <p:cSld name="Callouts — Text">
    <p:spTree>
      <p:nvGrpSpPr>
        <p:cNvPr id="1" name="Shape 1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" name="Google Shape;111;p11"/>
          <p:cNvSpPr txBox="1">
            <a:spLocks noGrp="1"/>
          </p:cNvSpPr>
          <p:nvPr>
            <p:ph type="title"/>
          </p:nvPr>
        </p:nvSpPr>
        <p:spPr>
          <a:xfrm>
            <a:off x="608138" y="365125"/>
            <a:ext cx="10972800" cy="213055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600"/>
              <a:buFont typeface="Play"/>
              <a:buNone/>
              <a:defRPr sz="36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12" name="Google Shape;112;p11"/>
          <p:cNvSpPr txBox="1">
            <a:spLocks noGrp="1"/>
          </p:cNvSpPr>
          <p:nvPr>
            <p:ph type="body" idx="1"/>
          </p:nvPr>
        </p:nvSpPr>
        <p:spPr>
          <a:xfrm>
            <a:off x="608138" y="2743200"/>
            <a:ext cx="3373237" cy="4114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0" rIns="91425" bIns="0" anchor="b" anchorCtr="0">
            <a:noAutofit/>
          </a:bodyPr>
          <a:lstStyle>
            <a:lvl1pPr marL="457200" lvl="0" indent="-228600" algn="l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SzPts val="2400"/>
              <a:buNone/>
              <a:defRPr sz="2400" b="1">
                <a:solidFill>
                  <a:srgbClr val="816C3F"/>
                </a:solidFill>
                <a:latin typeface="Play"/>
                <a:ea typeface="Play"/>
                <a:cs typeface="Play"/>
                <a:sym typeface="Play"/>
              </a:defRPr>
            </a:lvl1pPr>
            <a:lvl2pPr marL="914400" lvl="1" indent="-2286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2000"/>
              <a:buNone/>
              <a:defRPr/>
            </a:lvl2pPr>
            <a:lvl3pPr marL="1371600" lvl="2" indent="-2286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800"/>
              <a:buNone/>
              <a:defRPr/>
            </a:lvl3pPr>
            <a:lvl4pPr marL="1828800" lvl="3" indent="-2286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600"/>
              <a:buNone/>
              <a:defRPr/>
            </a:lvl4pPr>
            <a:lvl5pPr marL="2286000" lvl="4" indent="-2286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600"/>
              <a:buNone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113" name="Google Shape;113;p11"/>
          <p:cNvSpPr txBox="1">
            <a:spLocks noGrp="1"/>
          </p:cNvSpPr>
          <p:nvPr>
            <p:ph type="body" idx="2"/>
          </p:nvPr>
        </p:nvSpPr>
        <p:spPr>
          <a:xfrm>
            <a:off x="608139" y="3200400"/>
            <a:ext cx="3373236" cy="914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SzPts val="1600"/>
              <a:buNone/>
              <a:defRPr sz="1600">
                <a:solidFill>
                  <a:schemeClr val="dk2"/>
                </a:solidFill>
              </a:defRPr>
            </a:lvl1pPr>
            <a:lvl2pPr marL="914400" lvl="1" indent="-3429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800"/>
              <a:buChar char="•"/>
              <a:defRPr/>
            </a:lvl2pPr>
            <a:lvl3pPr marL="1371600" lvl="2" indent="-3429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800"/>
              <a:buChar char="•"/>
              <a:defRPr/>
            </a:lvl3pPr>
            <a:lvl4pPr marL="1828800" lvl="3" indent="-3429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800"/>
              <a:buChar char="•"/>
              <a:defRPr/>
            </a:lvl4pPr>
            <a:lvl5pPr marL="2286000" lvl="4" indent="-3429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114" name="Google Shape;114;p11"/>
          <p:cNvSpPr txBox="1">
            <a:spLocks noGrp="1"/>
          </p:cNvSpPr>
          <p:nvPr>
            <p:ph type="dt" idx="10"/>
          </p:nvPr>
        </p:nvSpPr>
        <p:spPr>
          <a:xfrm>
            <a:off x="608139" y="6288723"/>
            <a:ext cx="877034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15" name="Google Shape;115;p11"/>
          <p:cNvSpPr txBox="1">
            <a:spLocks noGrp="1"/>
          </p:cNvSpPr>
          <p:nvPr>
            <p:ph type="ftr" idx="11"/>
          </p:nvPr>
        </p:nvSpPr>
        <p:spPr>
          <a:xfrm>
            <a:off x="1554340" y="6288722"/>
            <a:ext cx="8081444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16" name="Google Shape;116;p11"/>
          <p:cNvSpPr txBox="1">
            <a:spLocks noGrp="1"/>
          </p:cNvSpPr>
          <p:nvPr>
            <p:ph type="sldNum" idx="12"/>
          </p:nvPr>
        </p:nvSpPr>
        <p:spPr>
          <a:xfrm>
            <a:off x="9704951" y="6288721"/>
            <a:ext cx="454208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l">
              <a:spcBef>
                <a:spcPts val="0"/>
              </a:spcBef>
              <a:buNone/>
              <a:defRPr/>
            </a:lvl1pPr>
            <a:lvl2pPr marL="0" lvl="1" indent="0" algn="l">
              <a:spcBef>
                <a:spcPts val="0"/>
              </a:spcBef>
              <a:buNone/>
              <a:defRPr/>
            </a:lvl2pPr>
            <a:lvl3pPr marL="0" lvl="2" indent="0" algn="l">
              <a:spcBef>
                <a:spcPts val="0"/>
              </a:spcBef>
              <a:buNone/>
              <a:defRPr/>
            </a:lvl3pPr>
            <a:lvl4pPr marL="0" lvl="3" indent="0" algn="l">
              <a:spcBef>
                <a:spcPts val="0"/>
              </a:spcBef>
              <a:buNone/>
              <a:defRPr/>
            </a:lvl4pPr>
            <a:lvl5pPr marL="0" lvl="4" indent="0" algn="l">
              <a:spcBef>
                <a:spcPts val="0"/>
              </a:spcBef>
              <a:buNone/>
              <a:defRPr/>
            </a:lvl5pPr>
            <a:lvl6pPr marL="0" lvl="5" indent="0" algn="l">
              <a:spcBef>
                <a:spcPts val="0"/>
              </a:spcBef>
              <a:buNone/>
              <a:defRPr/>
            </a:lvl6pPr>
            <a:lvl7pPr marL="0" lvl="6" indent="0" algn="l">
              <a:spcBef>
                <a:spcPts val="0"/>
              </a:spcBef>
              <a:buNone/>
              <a:defRPr/>
            </a:lvl7pPr>
            <a:lvl8pPr marL="0" lvl="7" indent="0" algn="l">
              <a:spcBef>
                <a:spcPts val="0"/>
              </a:spcBef>
              <a:buNone/>
              <a:defRPr/>
            </a:lvl8pPr>
            <a:lvl9pPr marL="0" lvl="8" indent="0" algn="l">
              <a:spcBef>
                <a:spcPts val="0"/>
              </a:spcBef>
              <a:buNone/>
              <a:defRPr/>
            </a:lvl9pPr>
          </a:lstStyle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117" name="Google Shape;117;p11"/>
          <p:cNvSpPr txBox="1">
            <a:spLocks noGrp="1"/>
          </p:cNvSpPr>
          <p:nvPr>
            <p:ph type="body" idx="3"/>
          </p:nvPr>
        </p:nvSpPr>
        <p:spPr>
          <a:xfrm>
            <a:off x="4409381" y="2743200"/>
            <a:ext cx="3373237" cy="4114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0" rIns="91425" bIns="0" anchor="b" anchorCtr="0">
            <a:noAutofit/>
          </a:bodyPr>
          <a:lstStyle>
            <a:lvl1pPr marL="457200" lvl="0" indent="-228600" algn="l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SzPts val="2400"/>
              <a:buNone/>
              <a:defRPr sz="2400" b="1">
                <a:solidFill>
                  <a:schemeClr val="accent6"/>
                </a:solidFill>
                <a:latin typeface="Play"/>
                <a:ea typeface="Play"/>
                <a:cs typeface="Play"/>
                <a:sym typeface="Play"/>
              </a:defRPr>
            </a:lvl1pPr>
            <a:lvl2pPr marL="914400" lvl="1" indent="-2286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2000"/>
              <a:buNone/>
              <a:defRPr/>
            </a:lvl2pPr>
            <a:lvl3pPr marL="1371600" lvl="2" indent="-2286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800"/>
              <a:buNone/>
              <a:defRPr/>
            </a:lvl3pPr>
            <a:lvl4pPr marL="1828800" lvl="3" indent="-2286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600"/>
              <a:buNone/>
              <a:defRPr/>
            </a:lvl4pPr>
            <a:lvl5pPr marL="2286000" lvl="4" indent="-2286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600"/>
              <a:buNone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118" name="Google Shape;118;p11"/>
          <p:cNvSpPr txBox="1">
            <a:spLocks noGrp="1"/>
          </p:cNvSpPr>
          <p:nvPr>
            <p:ph type="body" idx="4"/>
          </p:nvPr>
        </p:nvSpPr>
        <p:spPr>
          <a:xfrm>
            <a:off x="4409382" y="3200400"/>
            <a:ext cx="3373236" cy="914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SzPts val="1600"/>
              <a:buNone/>
              <a:defRPr sz="1600">
                <a:solidFill>
                  <a:schemeClr val="dk2"/>
                </a:solidFill>
              </a:defRPr>
            </a:lvl1pPr>
            <a:lvl2pPr marL="914400" lvl="1" indent="-3429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800"/>
              <a:buChar char="•"/>
              <a:defRPr/>
            </a:lvl2pPr>
            <a:lvl3pPr marL="1371600" lvl="2" indent="-3429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800"/>
              <a:buChar char="•"/>
              <a:defRPr/>
            </a:lvl3pPr>
            <a:lvl4pPr marL="1828800" lvl="3" indent="-3429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800"/>
              <a:buChar char="•"/>
              <a:defRPr/>
            </a:lvl4pPr>
            <a:lvl5pPr marL="2286000" lvl="4" indent="-3429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119" name="Google Shape;119;p11"/>
          <p:cNvSpPr txBox="1">
            <a:spLocks noGrp="1"/>
          </p:cNvSpPr>
          <p:nvPr>
            <p:ph type="body" idx="5"/>
          </p:nvPr>
        </p:nvSpPr>
        <p:spPr>
          <a:xfrm>
            <a:off x="8210624" y="2743200"/>
            <a:ext cx="3373237" cy="4114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0" rIns="91425" bIns="0" anchor="b" anchorCtr="0">
            <a:noAutofit/>
          </a:bodyPr>
          <a:lstStyle>
            <a:lvl1pPr marL="457200" lvl="0" indent="-228600" algn="l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SzPts val="2400"/>
              <a:buNone/>
              <a:defRPr sz="2400" b="1">
                <a:solidFill>
                  <a:srgbClr val="507A71"/>
                </a:solidFill>
                <a:latin typeface="Play"/>
                <a:ea typeface="Play"/>
                <a:cs typeface="Play"/>
                <a:sym typeface="Play"/>
              </a:defRPr>
            </a:lvl1pPr>
            <a:lvl2pPr marL="914400" lvl="1" indent="-2286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2000"/>
              <a:buNone/>
              <a:defRPr/>
            </a:lvl2pPr>
            <a:lvl3pPr marL="1371600" lvl="2" indent="-2286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800"/>
              <a:buNone/>
              <a:defRPr/>
            </a:lvl3pPr>
            <a:lvl4pPr marL="1828800" lvl="3" indent="-2286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600"/>
              <a:buNone/>
              <a:defRPr/>
            </a:lvl4pPr>
            <a:lvl5pPr marL="2286000" lvl="4" indent="-2286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600"/>
              <a:buNone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120" name="Google Shape;120;p11"/>
          <p:cNvSpPr txBox="1">
            <a:spLocks noGrp="1"/>
          </p:cNvSpPr>
          <p:nvPr>
            <p:ph type="body" idx="6"/>
          </p:nvPr>
        </p:nvSpPr>
        <p:spPr>
          <a:xfrm>
            <a:off x="8210625" y="3200400"/>
            <a:ext cx="3373236" cy="914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SzPts val="1600"/>
              <a:buNone/>
              <a:defRPr sz="1600">
                <a:solidFill>
                  <a:schemeClr val="dk2"/>
                </a:solidFill>
              </a:defRPr>
            </a:lvl1pPr>
            <a:lvl2pPr marL="914400" lvl="1" indent="-3429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800"/>
              <a:buChar char="•"/>
              <a:defRPr/>
            </a:lvl2pPr>
            <a:lvl3pPr marL="1371600" lvl="2" indent="-3429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800"/>
              <a:buChar char="•"/>
              <a:defRPr/>
            </a:lvl3pPr>
            <a:lvl4pPr marL="1828800" lvl="3" indent="-3429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800"/>
              <a:buChar char="•"/>
              <a:defRPr/>
            </a:lvl4pPr>
            <a:lvl5pPr marL="2286000" lvl="4" indent="-3429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121" name="Google Shape;121;p11"/>
          <p:cNvSpPr txBox="1">
            <a:spLocks noGrp="1"/>
          </p:cNvSpPr>
          <p:nvPr>
            <p:ph type="body" idx="7"/>
          </p:nvPr>
        </p:nvSpPr>
        <p:spPr>
          <a:xfrm>
            <a:off x="613876" y="4414203"/>
            <a:ext cx="3373237" cy="4114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0" rIns="91425" bIns="0" anchor="b" anchorCtr="0">
            <a:noAutofit/>
          </a:bodyPr>
          <a:lstStyle>
            <a:lvl1pPr marL="457200" lvl="0" indent="-228600" algn="l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SzPts val="2400"/>
              <a:buNone/>
              <a:defRPr sz="2400" b="1">
                <a:solidFill>
                  <a:srgbClr val="507A71"/>
                </a:solidFill>
                <a:latin typeface="Play"/>
                <a:ea typeface="Play"/>
                <a:cs typeface="Play"/>
                <a:sym typeface="Play"/>
              </a:defRPr>
            </a:lvl1pPr>
            <a:lvl2pPr marL="914400" lvl="1" indent="-2286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2000"/>
              <a:buNone/>
              <a:defRPr/>
            </a:lvl2pPr>
            <a:lvl3pPr marL="1371600" lvl="2" indent="-2286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800"/>
              <a:buNone/>
              <a:defRPr/>
            </a:lvl3pPr>
            <a:lvl4pPr marL="1828800" lvl="3" indent="-2286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600"/>
              <a:buNone/>
              <a:defRPr/>
            </a:lvl4pPr>
            <a:lvl5pPr marL="2286000" lvl="4" indent="-2286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600"/>
              <a:buNone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122" name="Google Shape;122;p11"/>
          <p:cNvSpPr txBox="1">
            <a:spLocks noGrp="1"/>
          </p:cNvSpPr>
          <p:nvPr>
            <p:ph type="body" idx="8"/>
          </p:nvPr>
        </p:nvSpPr>
        <p:spPr>
          <a:xfrm>
            <a:off x="613877" y="4871403"/>
            <a:ext cx="3373236" cy="914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SzPts val="1600"/>
              <a:buNone/>
              <a:defRPr sz="1600">
                <a:solidFill>
                  <a:schemeClr val="dk2"/>
                </a:solidFill>
              </a:defRPr>
            </a:lvl1pPr>
            <a:lvl2pPr marL="914400" lvl="1" indent="-3429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800"/>
              <a:buChar char="•"/>
              <a:defRPr/>
            </a:lvl2pPr>
            <a:lvl3pPr marL="1371600" lvl="2" indent="-3429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800"/>
              <a:buChar char="•"/>
              <a:defRPr/>
            </a:lvl3pPr>
            <a:lvl4pPr marL="1828800" lvl="3" indent="-3429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800"/>
              <a:buChar char="•"/>
              <a:defRPr/>
            </a:lvl4pPr>
            <a:lvl5pPr marL="2286000" lvl="4" indent="-3429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123" name="Google Shape;123;p11"/>
          <p:cNvSpPr txBox="1">
            <a:spLocks noGrp="1"/>
          </p:cNvSpPr>
          <p:nvPr>
            <p:ph type="body" idx="9"/>
          </p:nvPr>
        </p:nvSpPr>
        <p:spPr>
          <a:xfrm>
            <a:off x="4407401" y="4414203"/>
            <a:ext cx="3373237" cy="4114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0" rIns="91425" bIns="0" anchor="b" anchorCtr="0">
            <a:noAutofit/>
          </a:bodyPr>
          <a:lstStyle>
            <a:lvl1pPr marL="457200" lvl="0" indent="-228600" algn="l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SzPts val="2400"/>
              <a:buNone/>
              <a:defRPr sz="2400" b="1">
                <a:solidFill>
                  <a:srgbClr val="816C3F"/>
                </a:solidFill>
                <a:latin typeface="Play"/>
                <a:ea typeface="Play"/>
                <a:cs typeface="Play"/>
                <a:sym typeface="Play"/>
              </a:defRPr>
            </a:lvl1pPr>
            <a:lvl2pPr marL="914400" lvl="1" indent="-2286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2000"/>
              <a:buNone/>
              <a:defRPr/>
            </a:lvl2pPr>
            <a:lvl3pPr marL="1371600" lvl="2" indent="-2286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800"/>
              <a:buNone/>
              <a:defRPr/>
            </a:lvl3pPr>
            <a:lvl4pPr marL="1828800" lvl="3" indent="-2286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600"/>
              <a:buNone/>
              <a:defRPr/>
            </a:lvl4pPr>
            <a:lvl5pPr marL="2286000" lvl="4" indent="-2286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600"/>
              <a:buNone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124" name="Google Shape;124;p11"/>
          <p:cNvSpPr txBox="1">
            <a:spLocks noGrp="1"/>
          </p:cNvSpPr>
          <p:nvPr>
            <p:ph type="body" idx="13"/>
          </p:nvPr>
        </p:nvSpPr>
        <p:spPr>
          <a:xfrm>
            <a:off x="4407402" y="4871403"/>
            <a:ext cx="3373236" cy="914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SzPts val="1600"/>
              <a:buNone/>
              <a:defRPr sz="1600">
                <a:solidFill>
                  <a:schemeClr val="dk2"/>
                </a:solidFill>
              </a:defRPr>
            </a:lvl1pPr>
            <a:lvl2pPr marL="914400" lvl="1" indent="-3429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800"/>
              <a:buChar char="•"/>
              <a:defRPr/>
            </a:lvl2pPr>
            <a:lvl3pPr marL="1371600" lvl="2" indent="-3429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800"/>
              <a:buChar char="•"/>
              <a:defRPr/>
            </a:lvl3pPr>
            <a:lvl4pPr marL="1828800" lvl="3" indent="-3429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800"/>
              <a:buChar char="•"/>
              <a:defRPr/>
            </a:lvl4pPr>
            <a:lvl5pPr marL="2286000" lvl="4" indent="-3429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125" name="Google Shape;125;p11"/>
          <p:cNvSpPr txBox="1">
            <a:spLocks noGrp="1"/>
          </p:cNvSpPr>
          <p:nvPr>
            <p:ph type="body" idx="14"/>
          </p:nvPr>
        </p:nvSpPr>
        <p:spPr>
          <a:xfrm>
            <a:off x="8213281" y="4414203"/>
            <a:ext cx="3373237" cy="4114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0" rIns="91425" bIns="0" anchor="b" anchorCtr="0">
            <a:noAutofit/>
          </a:bodyPr>
          <a:lstStyle>
            <a:lvl1pPr marL="457200" lvl="0" indent="-228600" algn="l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SzPts val="2400"/>
              <a:buNone/>
              <a:defRPr sz="2400" b="1">
                <a:solidFill>
                  <a:schemeClr val="accent6"/>
                </a:solidFill>
                <a:latin typeface="Play"/>
                <a:ea typeface="Play"/>
                <a:cs typeface="Play"/>
                <a:sym typeface="Play"/>
              </a:defRPr>
            </a:lvl1pPr>
            <a:lvl2pPr marL="914400" lvl="1" indent="-2286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2000"/>
              <a:buNone/>
              <a:defRPr/>
            </a:lvl2pPr>
            <a:lvl3pPr marL="1371600" lvl="2" indent="-2286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800"/>
              <a:buNone/>
              <a:defRPr/>
            </a:lvl3pPr>
            <a:lvl4pPr marL="1828800" lvl="3" indent="-2286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600"/>
              <a:buNone/>
              <a:defRPr/>
            </a:lvl4pPr>
            <a:lvl5pPr marL="2286000" lvl="4" indent="-2286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600"/>
              <a:buNone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126" name="Google Shape;126;p11"/>
          <p:cNvSpPr txBox="1">
            <a:spLocks noGrp="1"/>
          </p:cNvSpPr>
          <p:nvPr>
            <p:ph type="body" idx="15"/>
          </p:nvPr>
        </p:nvSpPr>
        <p:spPr>
          <a:xfrm>
            <a:off x="8213282" y="4871403"/>
            <a:ext cx="3373236" cy="914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SzPts val="1600"/>
              <a:buNone/>
              <a:defRPr sz="1600">
                <a:solidFill>
                  <a:schemeClr val="dk2"/>
                </a:solidFill>
              </a:defRPr>
            </a:lvl1pPr>
            <a:lvl2pPr marL="914400" lvl="1" indent="-3429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800"/>
              <a:buChar char="•"/>
              <a:defRPr/>
            </a:lvl2pPr>
            <a:lvl3pPr marL="1371600" lvl="2" indent="-3429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800"/>
              <a:buChar char="•"/>
              <a:defRPr/>
            </a:lvl3pPr>
            <a:lvl4pPr marL="1828800" lvl="3" indent="-3429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800"/>
              <a:buChar char="•"/>
              <a:defRPr/>
            </a:lvl4pPr>
            <a:lvl5pPr marL="2286000" lvl="4" indent="-3429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matchingName="Callouts — Text with Image">
  <p:cSld name="Callouts — Text with Image">
    <p:spTree>
      <p:nvGrpSpPr>
        <p:cNvPr id="1" name="Shape 1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8" name="Google Shape;128;p12"/>
          <p:cNvSpPr/>
          <p:nvPr/>
        </p:nvSpPr>
        <p:spPr>
          <a:xfrm>
            <a:off x="0" y="1"/>
            <a:ext cx="4572000" cy="6858000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129" name="Google Shape;129;p12"/>
          <p:cNvPicPr preferRelativeResize="0"/>
          <p:nvPr/>
        </p:nvPicPr>
        <p:blipFill rotWithShape="1">
          <a:blip r:embed="rId2">
            <a:alphaModFix/>
          </a:blip>
          <a:srcRect l="4662" r="4662"/>
          <a:stretch/>
        </p:blipFill>
        <p:spPr>
          <a:xfrm>
            <a:off x="591616" y="673779"/>
            <a:ext cx="4806050" cy="5300301"/>
          </a:xfrm>
          <a:prstGeom prst="round2SameRect">
            <a:avLst>
              <a:gd name="adj1" fmla="val 50000"/>
              <a:gd name="adj2" fmla="val 0"/>
            </a:avLst>
          </a:prstGeom>
          <a:noFill/>
          <a:ln>
            <a:noFill/>
          </a:ln>
        </p:spPr>
      </p:pic>
      <p:sp>
        <p:nvSpPr>
          <p:cNvPr id="130" name="Google Shape;130;p12"/>
          <p:cNvSpPr>
            <a:spLocks noGrp="1"/>
          </p:cNvSpPr>
          <p:nvPr>
            <p:ph type="pic" idx="2"/>
          </p:nvPr>
        </p:nvSpPr>
        <p:spPr>
          <a:xfrm>
            <a:off x="591616" y="673780"/>
            <a:ext cx="4803163" cy="5300300"/>
          </a:xfrm>
          <a:prstGeom prst="round2SameRect">
            <a:avLst>
              <a:gd name="adj1" fmla="val 50000"/>
              <a:gd name="adj2" fmla="val 0"/>
            </a:avLst>
          </a:prstGeom>
          <a:gradFill>
            <a:gsLst>
              <a:gs pos="0">
                <a:srgbClr val="501214">
                  <a:alpha val="0"/>
                </a:srgbClr>
              </a:gs>
              <a:gs pos="25000">
                <a:srgbClr val="501214">
                  <a:alpha val="0"/>
                </a:srgbClr>
              </a:gs>
              <a:gs pos="100000">
                <a:srgbClr val="501214">
                  <a:alpha val="40000"/>
                </a:srgbClr>
              </a:gs>
            </a:gsLst>
            <a:lin ang="5400000" scaled="0"/>
          </a:gradFill>
          <a:ln>
            <a:noFill/>
          </a:ln>
        </p:spPr>
      </p:sp>
      <p:sp>
        <p:nvSpPr>
          <p:cNvPr id="131" name="Google Shape;131;p12"/>
          <p:cNvSpPr txBox="1">
            <a:spLocks noGrp="1"/>
          </p:cNvSpPr>
          <p:nvPr>
            <p:ph type="dt" idx="10"/>
          </p:nvPr>
        </p:nvSpPr>
        <p:spPr>
          <a:xfrm>
            <a:off x="608139" y="6288723"/>
            <a:ext cx="877034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32" name="Google Shape;132;p12"/>
          <p:cNvSpPr txBox="1">
            <a:spLocks noGrp="1"/>
          </p:cNvSpPr>
          <p:nvPr>
            <p:ph type="ftr" idx="11"/>
          </p:nvPr>
        </p:nvSpPr>
        <p:spPr>
          <a:xfrm>
            <a:off x="1554340" y="6288722"/>
            <a:ext cx="8081444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33" name="Google Shape;133;p12"/>
          <p:cNvSpPr txBox="1">
            <a:spLocks noGrp="1"/>
          </p:cNvSpPr>
          <p:nvPr>
            <p:ph type="sldNum" idx="12"/>
          </p:nvPr>
        </p:nvSpPr>
        <p:spPr>
          <a:xfrm>
            <a:off x="9704951" y="6288721"/>
            <a:ext cx="454208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l">
              <a:spcBef>
                <a:spcPts val="0"/>
              </a:spcBef>
              <a:buNone/>
              <a:defRPr/>
            </a:lvl1pPr>
            <a:lvl2pPr marL="0" lvl="1" indent="0" algn="l">
              <a:spcBef>
                <a:spcPts val="0"/>
              </a:spcBef>
              <a:buNone/>
              <a:defRPr/>
            </a:lvl2pPr>
            <a:lvl3pPr marL="0" lvl="2" indent="0" algn="l">
              <a:spcBef>
                <a:spcPts val="0"/>
              </a:spcBef>
              <a:buNone/>
              <a:defRPr/>
            </a:lvl3pPr>
            <a:lvl4pPr marL="0" lvl="3" indent="0" algn="l">
              <a:spcBef>
                <a:spcPts val="0"/>
              </a:spcBef>
              <a:buNone/>
              <a:defRPr/>
            </a:lvl4pPr>
            <a:lvl5pPr marL="0" lvl="4" indent="0" algn="l">
              <a:spcBef>
                <a:spcPts val="0"/>
              </a:spcBef>
              <a:buNone/>
              <a:defRPr/>
            </a:lvl5pPr>
            <a:lvl6pPr marL="0" lvl="5" indent="0" algn="l">
              <a:spcBef>
                <a:spcPts val="0"/>
              </a:spcBef>
              <a:buNone/>
              <a:defRPr/>
            </a:lvl6pPr>
            <a:lvl7pPr marL="0" lvl="6" indent="0" algn="l">
              <a:spcBef>
                <a:spcPts val="0"/>
              </a:spcBef>
              <a:buNone/>
              <a:defRPr/>
            </a:lvl7pPr>
            <a:lvl8pPr marL="0" lvl="7" indent="0" algn="l">
              <a:spcBef>
                <a:spcPts val="0"/>
              </a:spcBef>
              <a:buNone/>
              <a:defRPr/>
            </a:lvl8pPr>
            <a:lvl9pPr marL="0" lvl="8" indent="0" algn="l">
              <a:spcBef>
                <a:spcPts val="0"/>
              </a:spcBef>
              <a:buNone/>
              <a:defRPr/>
            </a:lvl9pPr>
          </a:lstStyle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134" name="Google Shape;134;p12"/>
          <p:cNvSpPr txBox="1">
            <a:spLocks noGrp="1"/>
          </p:cNvSpPr>
          <p:nvPr>
            <p:ph type="title"/>
          </p:nvPr>
        </p:nvSpPr>
        <p:spPr>
          <a:xfrm>
            <a:off x="5704990" y="365125"/>
            <a:ext cx="5875947" cy="21294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600"/>
              <a:buFont typeface="Play"/>
              <a:buNone/>
              <a:defRPr sz="36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35" name="Google Shape;135;p12"/>
          <p:cNvSpPr txBox="1">
            <a:spLocks noGrp="1"/>
          </p:cNvSpPr>
          <p:nvPr>
            <p:ph type="body" idx="1"/>
          </p:nvPr>
        </p:nvSpPr>
        <p:spPr>
          <a:xfrm>
            <a:off x="5699252" y="2790706"/>
            <a:ext cx="2802197" cy="4114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0" rIns="91425" bIns="0" anchor="b" anchorCtr="0">
            <a:noAutofit/>
          </a:bodyPr>
          <a:lstStyle>
            <a:lvl1pPr marL="457200" lvl="0" indent="-228600" algn="l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SzPts val="2400"/>
              <a:buNone/>
              <a:defRPr sz="2400" b="1">
                <a:solidFill>
                  <a:schemeClr val="accent2"/>
                </a:solidFill>
                <a:latin typeface="Play"/>
                <a:ea typeface="Play"/>
                <a:cs typeface="Play"/>
                <a:sym typeface="Play"/>
              </a:defRPr>
            </a:lvl1pPr>
            <a:lvl2pPr marL="914400" lvl="1" indent="-2286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2000"/>
              <a:buNone/>
              <a:defRPr/>
            </a:lvl2pPr>
            <a:lvl3pPr marL="1371600" lvl="2" indent="-2286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800"/>
              <a:buNone/>
              <a:defRPr/>
            </a:lvl3pPr>
            <a:lvl4pPr marL="1828800" lvl="3" indent="-2286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600"/>
              <a:buNone/>
              <a:defRPr/>
            </a:lvl4pPr>
            <a:lvl5pPr marL="2286000" lvl="4" indent="-2286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600"/>
              <a:buNone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136" name="Google Shape;136;p12"/>
          <p:cNvSpPr txBox="1">
            <a:spLocks noGrp="1"/>
          </p:cNvSpPr>
          <p:nvPr>
            <p:ph type="body" idx="3"/>
          </p:nvPr>
        </p:nvSpPr>
        <p:spPr>
          <a:xfrm>
            <a:off x="5699253" y="3247906"/>
            <a:ext cx="2802196" cy="914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SzPts val="1600"/>
              <a:buNone/>
              <a:defRPr sz="1600">
                <a:solidFill>
                  <a:schemeClr val="dk2"/>
                </a:solidFill>
              </a:defRPr>
            </a:lvl1pPr>
            <a:lvl2pPr marL="914400" lvl="1" indent="-3429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800"/>
              <a:buChar char="•"/>
              <a:defRPr/>
            </a:lvl2pPr>
            <a:lvl3pPr marL="1371600" lvl="2" indent="-3429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800"/>
              <a:buChar char="•"/>
              <a:defRPr/>
            </a:lvl3pPr>
            <a:lvl4pPr marL="1828800" lvl="3" indent="-3429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800"/>
              <a:buChar char="•"/>
              <a:defRPr/>
            </a:lvl4pPr>
            <a:lvl5pPr marL="2286000" lvl="4" indent="-3429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137" name="Google Shape;137;p12"/>
          <p:cNvSpPr txBox="1">
            <a:spLocks noGrp="1"/>
          </p:cNvSpPr>
          <p:nvPr>
            <p:ph type="body" idx="4"/>
          </p:nvPr>
        </p:nvSpPr>
        <p:spPr>
          <a:xfrm>
            <a:off x="8778740" y="2790706"/>
            <a:ext cx="2802197" cy="4114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0" rIns="91425" bIns="0" anchor="b" anchorCtr="0">
            <a:noAutofit/>
          </a:bodyPr>
          <a:lstStyle>
            <a:lvl1pPr marL="457200" lvl="0" indent="-228600" algn="l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SzPts val="2400"/>
              <a:buNone/>
              <a:defRPr sz="2400" b="1">
                <a:solidFill>
                  <a:schemeClr val="accent2"/>
                </a:solidFill>
                <a:latin typeface="Play"/>
                <a:ea typeface="Play"/>
                <a:cs typeface="Play"/>
                <a:sym typeface="Play"/>
              </a:defRPr>
            </a:lvl1pPr>
            <a:lvl2pPr marL="914400" lvl="1" indent="-2286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2000"/>
              <a:buNone/>
              <a:defRPr/>
            </a:lvl2pPr>
            <a:lvl3pPr marL="1371600" lvl="2" indent="-2286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800"/>
              <a:buNone/>
              <a:defRPr/>
            </a:lvl3pPr>
            <a:lvl4pPr marL="1828800" lvl="3" indent="-2286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600"/>
              <a:buNone/>
              <a:defRPr/>
            </a:lvl4pPr>
            <a:lvl5pPr marL="2286000" lvl="4" indent="-2286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600"/>
              <a:buNone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138" name="Google Shape;138;p12"/>
          <p:cNvSpPr txBox="1">
            <a:spLocks noGrp="1"/>
          </p:cNvSpPr>
          <p:nvPr>
            <p:ph type="body" idx="5"/>
          </p:nvPr>
        </p:nvSpPr>
        <p:spPr>
          <a:xfrm>
            <a:off x="8778741" y="3247906"/>
            <a:ext cx="2802196" cy="914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SzPts val="1600"/>
              <a:buNone/>
              <a:defRPr sz="1600">
                <a:solidFill>
                  <a:schemeClr val="dk2"/>
                </a:solidFill>
              </a:defRPr>
            </a:lvl1pPr>
            <a:lvl2pPr marL="914400" lvl="1" indent="-3429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800"/>
              <a:buChar char="•"/>
              <a:defRPr/>
            </a:lvl2pPr>
            <a:lvl3pPr marL="1371600" lvl="2" indent="-3429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800"/>
              <a:buChar char="•"/>
              <a:defRPr/>
            </a:lvl3pPr>
            <a:lvl4pPr marL="1828800" lvl="3" indent="-3429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800"/>
              <a:buChar char="•"/>
              <a:defRPr/>
            </a:lvl4pPr>
            <a:lvl5pPr marL="2286000" lvl="4" indent="-3429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139" name="Google Shape;139;p12"/>
          <p:cNvSpPr txBox="1">
            <a:spLocks noGrp="1"/>
          </p:cNvSpPr>
          <p:nvPr>
            <p:ph type="body" idx="6"/>
          </p:nvPr>
        </p:nvSpPr>
        <p:spPr>
          <a:xfrm>
            <a:off x="5704990" y="4461709"/>
            <a:ext cx="2802197" cy="4114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0" rIns="91425" bIns="0" anchor="b" anchorCtr="0">
            <a:noAutofit/>
          </a:bodyPr>
          <a:lstStyle>
            <a:lvl1pPr marL="457200" lvl="0" indent="-228600" algn="l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SzPts val="2400"/>
              <a:buNone/>
              <a:defRPr sz="2400" b="1">
                <a:solidFill>
                  <a:schemeClr val="accent2"/>
                </a:solidFill>
                <a:latin typeface="Play"/>
                <a:ea typeface="Play"/>
                <a:cs typeface="Play"/>
                <a:sym typeface="Play"/>
              </a:defRPr>
            </a:lvl1pPr>
            <a:lvl2pPr marL="914400" lvl="1" indent="-2286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2000"/>
              <a:buNone/>
              <a:defRPr/>
            </a:lvl2pPr>
            <a:lvl3pPr marL="1371600" lvl="2" indent="-2286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800"/>
              <a:buNone/>
              <a:defRPr/>
            </a:lvl3pPr>
            <a:lvl4pPr marL="1828800" lvl="3" indent="-2286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600"/>
              <a:buNone/>
              <a:defRPr/>
            </a:lvl4pPr>
            <a:lvl5pPr marL="2286000" lvl="4" indent="-2286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600"/>
              <a:buNone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140" name="Google Shape;140;p12"/>
          <p:cNvSpPr txBox="1">
            <a:spLocks noGrp="1"/>
          </p:cNvSpPr>
          <p:nvPr>
            <p:ph type="body" idx="7"/>
          </p:nvPr>
        </p:nvSpPr>
        <p:spPr>
          <a:xfrm>
            <a:off x="5704991" y="4918909"/>
            <a:ext cx="2802196" cy="914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SzPts val="1600"/>
              <a:buNone/>
              <a:defRPr sz="1600">
                <a:solidFill>
                  <a:schemeClr val="dk2"/>
                </a:solidFill>
              </a:defRPr>
            </a:lvl1pPr>
            <a:lvl2pPr marL="914400" lvl="1" indent="-3429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800"/>
              <a:buChar char="•"/>
              <a:defRPr/>
            </a:lvl2pPr>
            <a:lvl3pPr marL="1371600" lvl="2" indent="-3429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800"/>
              <a:buChar char="•"/>
              <a:defRPr/>
            </a:lvl3pPr>
            <a:lvl4pPr marL="1828800" lvl="3" indent="-3429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800"/>
              <a:buChar char="•"/>
              <a:defRPr/>
            </a:lvl4pPr>
            <a:lvl5pPr marL="2286000" lvl="4" indent="-3429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141" name="Google Shape;141;p12"/>
          <p:cNvSpPr txBox="1">
            <a:spLocks noGrp="1"/>
          </p:cNvSpPr>
          <p:nvPr>
            <p:ph type="body" idx="8"/>
          </p:nvPr>
        </p:nvSpPr>
        <p:spPr>
          <a:xfrm>
            <a:off x="8776760" y="4461709"/>
            <a:ext cx="2802197" cy="4114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0" rIns="91425" bIns="0" anchor="b" anchorCtr="0">
            <a:noAutofit/>
          </a:bodyPr>
          <a:lstStyle>
            <a:lvl1pPr marL="457200" lvl="0" indent="-228600" algn="l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SzPts val="2400"/>
              <a:buNone/>
              <a:defRPr sz="2400" b="1">
                <a:solidFill>
                  <a:schemeClr val="accent2"/>
                </a:solidFill>
                <a:latin typeface="Play"/>
                <a:ea typeface="Play"/>
                <a:cs typeface="Play"/>
                <a:sym typeface="Play"/>
              </a:defRPr>
            </a:lvl1pPr>
            <a:lvl2pPr marL="914400" lvl="1" indent="-2286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2000"/>
              <a:buNone/>
              <a:defRPr/>
            </a:lvl2pPr>
            <a:lvl3pPr marL="1371600" lvl="2" indent="-2286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800"/>
              <a:buNone/>
              <a:defRPr/>
            </a:lvl3pPr>
            <a:lvl4pPr marL="1828800" lvl="3" indent="-2286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600"/>
              <a:buNone/>
              <a:defRPr/>
            </a:lvl4pPr>
            <a:lvl5pPr marL="2286000" lvl="4" indent="-2286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600"/>
              <a:buNone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142" name="Google Shape;142;p12"/>
          <p:cNvSpPr txBox="1">
            <a:spLocks noGrp="1"/>
          </p:cNvSpPr>
          <p:nvPr>
            <p:ph type="body" idx="9"/>
          </p:nvPr>
        </p:nvSpPr>
        <p:spPr>
          <a:xfrm>
            <a:off x="8776761" y="4918909"/>
            <a:ext cx="2802196" cy="914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SzPts val="1600"/>
              <a:buNone/>
              <a:defRPr sz="1600">
                <a:solidFill>
                  <a:schemeClr val="dk2"/>
                </a:solidFill>
              </a:defRPr>
            </a:lvl1pPr>
            <a:lvl2pPr marL="914400" lvl="1" indent="-3429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800"/>
              <a:buChar char="•"/>
              <a:defRPr/>
            </a:lvl2pPr>
            <a:lvl3pPr marL="1371600" lvl="2" indent="-3429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800"/>
              <a:buChar char="•"/>
              <a:defRPr/>
            </a:lvl3pPr>
            <a:lvl4pPr marL="1828800" lvl="3" indent="-3429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800"/>
              <a:buChar char="•"/>
              <a:defRPr/>
            </a:lvl4pPr>
            <a:lvl5pPr marL="2286000" lvl="4" indent="-3429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pic>
        <p:nvPicPr>
          <p:cNvPr id="143" name="Google Shape;143;p12" descr="A logo with white text&#10;&#10;AI-generated content may be incorrect.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0228326" y="5774445"/>
            <a:ext cx="1964594" cy="1133313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Process">
  <p:cSld name="Process">
    <p:spTree>
      <p:nvGrpSpPr>
        <p:cNvPr id="1" name="Shape 1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5" name="Google Shape;145;p13"/>
          <p:cNvSpPr txBox="1">
            <a:spLocks noGrp="1"/>
          </p:cNvSpPr>
          <p:nvPr>
            <p:ph type="sldNum" idx="12"/>
          </p:nvPr>
        </p:nvSpPr>
        <p:spPr>
          <a:xfrm>
            <a:off x="9704951" y="6288721"/>
            <a:ext cx="454208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l">
              <a:spcBef>
                <a:spcPts val="0"/>
              </a:spcBef>
              <a:buNone/>
              <a:defRPr/>
            </a:lvl1pPr>
            <a:lvl2pPr marL="0" lvl="1" indent="0" algn="l">
              <a:spcBef>
                <a:spcPts val="0"/>
              </a:spcBef>
              <a:buNone/>
              <a:defRPr/>
            </a:lvl2pPr>
            <a:lvl3pPr marL="0" lvl="2" indent="0" algn="l">
              <a:spcBef>
                <a:spcPts val="0"/>
              </a:spcBef>
              <a:buNone/>
              <a:defRPr/>
            </a:lvl3pPr>
            <a:lvl4pPr marL="0" lvl="3" indent="0" algn="l">
              <a:spcBef>
                <a:spcPts val="0"/>
              </a:spcBef>
              <a:buNone/>
              <a:defRPr/>
            </a:lvl4pPr>
            <a:lvl5pPr marL="0" lvl="4" indent="0" algn="l">
              <a:spcBef>
                <a:spcPts val="0"/>
              </a:spcBef>
              <a:buNone/>
              <a:defRPr/>
            </a:lvl5pPr>
            <a:lvl6pPr marL="0" lvl="5" indent="0" algn="l">
              <a:spcBef>
                <a:spcPts val="0"/>
              </a:spcBef>
              <a:buNone/>
              <a:defRPr/>
            </a:lvl6pPr>
            <a:lvl7pPr marL="0" lvl="6" indent="0" algn="l">
              <a:spcBef>
                <a:spcPts val="0"/>
              </a:spcBef>
              <a:buNone/>
              <a:defRPr/>
            </a:lvl7pPr>
            <a:lvl8pPr marL="0" lvl="7" indent="0" algn="l">
              <a:spcBef>
                <a:spcPts val="0"/>
              </a:spcBef>
              <a:buNone/>
              <a:defRPr/>
            </a:lvl8pPr>
            <a:lvl9pPr marL="0" lvl="8" indent="0" algn="l">
              <a:spcBef>
                <a:spcPts val="0"/>
              </a:spcBef>
              <a:buNone/>
              <a:defRPr/>
            </a:lvl9pPr>
          </a:lstStyle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146" name="Google Shape;146;p13"/>
          <p:cNvSpPr txBox="1">
            <a:spLocks noGrp="1"/>
          </p:cNvSpPr>
          <p:nvPr>
            <p:ph type="dt" idx="10"/>
          </p:nvPr>
        </p:nvSpPr>
        <p:spPr>
          <a:xfrm>
            <a:off x="608139" y="6288723"/>
            <a:ext cx="877034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47" name="Google Shape;147;p13"/>
          <p:cNvSpPr txBox="1">
            <a:spLocks noGrp="1"/>
          </p:cNvSpPr>
          <p:nvPr>
            <p:ph type="ftr" idx="11"/>
          </p:nvPr>
        </p:nvSpPr>
        <p:spPr>
          <a:xfrm>
            <a:off x="1554340" y="6288722"/>
            <a:ext cx="8081444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48" name="Google Shape;148;p13"/>
          <p:cNvSpPr txBox="1">
            <a:spLocks noGrp="1"/>
          </p:cNvSpPr>
          <p:nvPr>
            <p:ph type="body" idx="1"/>
          </p:nvPr>
        </p:nvSpPr>
        <p:spPr>
          <a:xfrm>
            <a:off x="608138" y="2495678"/>
            <a:ext cx="4110460" cy="344894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SzPts val="1800"/>
              <a:buNone/>
              <a:defRPr sz="1800"/>
            </a:lvl1pPr>
            <a:lvl2pPr marL="914400" lvl="1" indent="-228600" algn="r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600"/>
              <a:buNone/>
              <a:defRPr sz="1600"/>
            </a:lvl2pPr>
            <a:lvl3pPr marL="1371600" lvl="2" indent="-228600" algn="r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400"/>
              <a:buNone/>
              <a:defRPr sz="1400"/>
            </a:lvl3pPr>
            <a:lvl4pPr marL="1828800" lvl="3" indent="-228600" algn="r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200"/>
              <a:buNone/>
              <a:defRPr sz="1200"/>
            </a:lvl4pPr>
            <a:lvl5pPr marL="2286000" lvl="4" indent="-228600" algn="r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200"/>
              <a:buNone/>
              <a:defRPr sz="1200"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149" name="Google Shape;149;p13"/>
          <p:cNvSpPr>
            <a:spLocks noGrp="1"/>
          </p:cNvSpPr>
          <p:nvPr>
            <p:ph type="body" idx="2"/>
          </p:nvPr>
        </p:nvSpPr>
        <p:spPr>
          <a:xfrm>
            <a:off x="5004485" y="598234"/>
            <a:ext cx="1335024" cy="1335024"/>
          </a:xfrm>
          <a:prstGeom prst="roundRect">
            <a:avLst>
              <a:gd name="adj" fmla="val 50000"/>
            </a:avLst>
          </a:prstGeom>
          <a:noFill/>
          <a:ln w="38100" cap="flat" cmpd="sng">
            <a:solidFill>
              <a:schemeClr val="accent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457200" lvl="0" indent="-22860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 b="1">
                <a:solidFill>
                  <a:schemeClr val="accent2"/>
                </a:solidFill>
                <a:latin typeface="Play"/>
                <a:ea typeface="Play"/>
                <a:cs typeface="Play"/>
                <a:sym typeface="Play"/>
              </a:defRPr>
            </a:lvl1pPr>
            <a:lvl2pPr marL="914400" lvl="1" indent="-3429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800"/>
              <a:buChar char="•"/>
              <a:defRPr/>
            </a:lvl2pPr>
            <a:lvl3pPr marL="1371600" lvl="2" indent="-3429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800"/>
              <a:buChar char="•"/>
              <a:defRPr/>
            </a:lvl3pPr>
            <a:lvl4pPr marL="1828800" lvl="3" indent="-3429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800"/>
              <a:buChar char="•"/>
              <a:defRPr/>
            </a:lvl4pPr>
            <a:lvl5pPr marL="2286000" lvl="4" indent="-3429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150" name="Google Shape;150;p13"/>
          <p:cNvSpPr txBox="1">
            <a:spLocks noGrp="1"/>
          </p:cNvSpPr>
          <p:nvPr>
            <p:ph type="body" idx="3"/>
          </p:nvPr>
        </p:nvSpPr>
        <p:spPr>
          <a:xfrm>
            <a:off x="6406157" y="694933"/>
            <a:ext cx="5177705" cy="11416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marL="457200" lvl="0" indent="-2286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600"/>
              <a:buNone/>
              <a:defRPr sz="1600" b="0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lvl="1" indent="-3429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800"/>
              <a:buChar char="•"/>
              <a:defRPr/>
            </a:lvl2pPr>
            <a:lvl3pPr marL="1371600" lvl="2" indent="-3429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800"/>
              <a:buChar char="•"/>
              <a:defRPr/>
            </a:lvl3pPr>
            <a:lvl4pPr marL="1828800" lvl="3" indent="-3429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800"/>
              <a:buChar char="•"/>
              <a:defRPr/>
            </a:lvl4pPr>
            <a:lvl5pPr marL="2286000" lvl="4" indent="-3429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151" name="Google Shape;151;p13"/>
          <p:cNvSpPr txBox="1">
            <a:spLocks noGrp="1"/>
          </p:cNvSpPr>
          <p:nvPr>
            <p:ph type="title"/>
          </p:nvPr>
        </p:nvSpPr>
        <p:spPr>
          <a:xfrm>
            <a:off x="608138" y="365125"/>
            <a:ext cx="4110460" cy="213055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600"/>
              <a:buFont typeface="Play"/>
              <a:buNone/>
              <a:defRPr sz="3600">
                <a:solidFill>
                  <a:schemeClr val="dk2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52" name="Google Shape;152;p13"/>
          <p:cNvSpPr>
            <a:spLocks noGrp="1"/>
          </p:cNvSpPr>
          <p:nvPr>
            <p:ph type="body" idx="4"/>
          </p:nvPr>
        </p:nvSpPr>
        <p:spPr>
          <a:xfrm>
            <a:off x="5004485" y="1982189"/>
            <a:ext cx="1335024" cy="1335024"/>
          </a:xfrm>
          <a:prstGeom prst="roundRect">
            <a:avLst>
              <a:gd name="adj" fmla="val 50000"/>
            </a:avLst>
          </a:prstGeom>
          <a:noFill/>
          <a:ln w="38100" cap="flat" cmpd="sng">
            <a:solidFill>
              <a:schemeClr val="accent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457200" lvl="0" indent="-22860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 b="1">
                <a:solidFill>
                  <a:schemeClr val="accent2"/>
                </a:solidFill>
                <a:latin typeface="Play"/>
                <a:ea typeface="Play"/>
                <a:cs typeface="Play"/>
                <a:sym typeface="Play"/>
              </a:defRPr>
            </a:lvl1pPr>
            <a:lvl2pPr marL="914400" lvl="1" indent="-3429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800"/>
              <a:buChar char="•"/>
              <a:defRPr/>
            </a:lvl2pPr>
            <a:lvl3pPr marL="1371600" lvl="2" indent="-3429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800"/>
              <a:buChar char="•"/>
              <a:defRPr/>
            </a:lvl3pPr>
            <a:lvl4pPr marL="1828800" lvl="3" indent="-3429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800"/>
              <a:buChar char="•"/>
              <a:defRPr/>
            </a:lvl4pPr>
            <a:lvl5pPr marL="2286000" lvl="4" indent="-3429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153" name="Google Shape;153;p13"/>
          <p:cNvSpPr txBox="1">
            <a:spLocks noGrp="1"/>
          </p:cNvSpPr>
          <p:nvPr>
            <p:ph type="body" idx="5"/>
          </p:nvPr>
        </p:nvSpPr>
        <p:spPr>
          <a:xfrm>
            <a:off x="6406157" y="2077638"/>
            <a:ext cx="5177705" cy="11416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marL="457200" lvl="0" indent="-2286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600"/>
              <a:buNone/>
              <a:defRPr sz="1600" b="0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lvl="1" indent="-3429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800"/>
              <a:buChar char="•"/>
              <a:defRPr/>
            </a:lvl2pPr>
            <a:lvl3pPr marL="1371600" lvl="2" indent="-3429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800"/>
              <a:buChar char="•"/>
              <a:defRPr/>
            </a:lvl3pPr>
            <a:lvl4pPr marL="1828800" lvl="3" indent="-3429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800"/>
              <a:buChar char="•"/>
              <a:defRPr/>
            </a:lvl4pPr>
            <a:lvl5pPr marL="2286000" lvl="4" indent="-3429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154" name="Google Shape;154;p13"/>
          <p:cNvSpPr>
            <a:spLocks noGrp="1"/>
          </p:cNvSpPr>
          <p:nvPr>
            <p:ph type="body" idx="6"/>
          </p:nvPr>
        </p:nvSpPr>
        <p:spPr>
          <a:xfrm>
            <a:off x="5004485" y="3366145"/>
            <a:ext cx="1335024" cy="1335024"/>
          </a:xfrm>
          <a:prstGeom prst="roundRect">
            <a:avLst>
              <a:gd name="adj" fmla="val 50000"/>
            </a:avLst>
          </a:prstGeom>
          <a:noFill/>
          <a:ln w="38100" cap="flat" cmpd="sng">
            <a:solidFill>
              <a:schemeClr val="accent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457200" lvl="0" indent="-22860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 b="1">
                <a:solidFill>
                  <a:schemeClr val="accent2"/>
                </a:solidFill>
                <a:latin typeface="Play"/>
                <a:ea typeface="Play"/>
                <a:cs typeface="Play"/>
                <a:sym typeface="Play"/>
              </a:defRPr>
            </a:lvl1pPr>
            <a:lvl2pPr marL="914400" lvl="1" indent="-3429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800"/>
              <a:buChar char="•"/>
              <a:defRPr/>
            </a:lvl2pPr>
            <a:lvl3pPr marL="1371600" lvl="2" indent="-3429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800"/>
              <a:buChar char="•"/>
              <a:defRPr/>
            </a:lvl3pPr>
            <a:lvl4pPr marL="1828800" lvl="3" indent="-3429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800"/>
              <a:buChar char="•"/>
              <a:defRPr/>
            </a:lvl4pPr>
            <a:lvl5pPr marL="2286000" lvl="4" indent="-3429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155" name="Google Shape;155;p13"/>
          <p:cNvSpPr txBox="1">
            <a:spLocks noGrp="1"/>
          </p:cNvSpPr>
          <p:nvPr>
            <p:ph type="body" idx="7"/>
          </p:nvPr>
        </p:nvSpPr>
        <p:spPr>
          <a:xfrm>
            <a:off x="6406157" y="3467550"/>
            <a:ext cx="5177705" cy="11416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marL="457200" lvl="0" indent="-2286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600"/>
              <a:buNone/>
              <a:defRPr sz="1600" b="0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lvl="1" indent="-3429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800"/>
              <a:buChar char="•"/>
              <a:defRPr/>
            </a:lvl2pPr>
            <a:lvl3pPr marL="1371600" lvl="2" indent="-3429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800"/>
              <a:buChar char="•"/>
              <a:defRPr/>
            </a:lvl3pPr>
            <a:lvl4pPr marL="1828800" lvl="3" indent="-3429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800"/>
              <a:buChar char="•"/>
              <a:defRPr/>
            </a:lvl4pPr>
            <a:lvl5pPr marL="2286000" lvl="4" indent="-3429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156" name="Google Shape;156;p13"/>
          <p:cNvSpPr>
            <a:spLocks noGrp="1"/>
          </p:cNvSpPr>
          <p:nvPr>
            <p:ph type="body" idx="8"/>
          </p:nvPr>
        </p:nvSpPr>
        <p:spPr>
          <a:xfrm>
            <a:off x="5004485" y="4750101"/>
            <a:ext cx="1335024" cy="1335024"/>
          </a:xfrm>
          <a:prstGeom prst="roundRect">
            <a:avLst>
              <a:gd name="adj" fmla="val 50000"/>
            </a:avLst>
          </a:prstGeom>
          <a:noFill/>
          <a:ln w="38100" cap="flat" cmpd="sng">
            <a:solidFill>
              <a:schemeClr val="accent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457200" lvl="0" indent="-22860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 b="1">
                <a:solidFill>
                  <a:schemeClr val="accent2"/>
                </a:solidFill>
                <a:latin typeface="Play"/>
                <a:ea typeface="Play"/>
                <a:cs typeface="Play"/>
                <a:sym typeface="Play"/>
              </a:defRPr>
            </a:lvl1pPr>
            <a:lvl2pPr marL="914400" lvl="1" indent="-3429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800"/>
              <a:buChar char="•"/>
              <a:defRPr/>
            </a:lvl2pPr>
            <a:lvl3pPr marL="1371600" lvl="2" indent="-3429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800"/>
              <a:buChar char="•"/>
              <a:defRPr/>
            </a:lvl3pPr>
            <a:lvl4pPr marL="1828800" lvl="3" indent="-3429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800"/>
              <a:buChar char="•"/>
              <a:defRPr/>
            </a:lvl4pPr>
            <a:lvl5pPr marL="2286000" lvl="4" indent="-3429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157" name="Google Shape;157;p13"/>
          <p:cNvSpPr txBox="1">
            <a:spLocks noGrp="1"/>
          </p:cNvSpPr>
          <p:nvPr>
            <p:ph type="body" idx="9"/>
          </p:nvPr>
        </p:nvSpPr>
        <p:spPr>
          <a:xfrm>
            <a:off x="6406157" y="4846800"/>
            <a:ext cx="5177705" cy="11416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marL="457200" lvl="0" indent="-2286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600"/>
              <a:buNone/>
              <a:defRPr sz="1600" b="0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lvl="1" indent="-3429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800"/>
              <a:buChar char="•"/>
              <a:defRPr/>
            </a:lvl2pPr>
            <a:lvl3pPr marL="1371600" lvl="2" indent="-3429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800"/>
              <a:buChar char="•"/>
              <a:defRPr/>
            </a:lvl3pPr>
            <a:lvl4pPr marL="1828800" lvl="3" indent="-3429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800"/>
              <a:buChar char="•"/>
              <a:defRPr/>
            </a:lvl4pPr>
            <a:lvl5pPr marL="2286000" lvl="4" indent="-3429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matchingName="Campus Location">
  <p:cSld name="Campus Location">
    <p:spTree>
      <p:nvGrpSpPr>
        <p:cNvPr id="1" name="Shape 1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9" name="Google Shape;159;p14"/>
          <p:cNvSpPr/>
          <p:nvPr/>
        </p:nvSpPr>
        <p:spPr>
          <a:xfrm>
            <a:off x="-1" y="0"/>
            <a:ext cx="4446564" cy="6857997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0" name="Google Shape;160;p14"/>
          <p:cNvSpPr txBox="1">
            <a:spLocks noGrp="1"/>
          </p:cNvSpPr>
          <p:nvPr>
            <p:ph type="dt" idx="10"/>
          </p:nvPr>
        </p:nvSpPr>
        <p:spPr>
          <a:xfrm>
            <a:off x="608139" y="6288723"/>
            <a:ext cx="877034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61" name="Google Shape;161;p14"/>
          <p:cNvSpPr txBox="1">
            <a:spLocks noGrp="1"/>
          </p:cNvSpPr>
          <p:nvPr>
            <p:ph type="ftr" idx="11"/>
          </p:nvPr>
        </p:nvSpPr>
        <p:spPr>
          <a:xfrm>
            <a:off x="1554340" y="6288722"/>
            <a:ext cx="8081444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62" name="Google Shape;162;p14"/>
          <p:cNvSpPr txBox="1">
            <a:spLocks noGrp="1"/>
          </p:cNvSpPr>
          <p:nvPr>
            <p:ph type="sldNum" idx="12"/>
          </p:nvPr>
        </p:nvSpPr>
        <p:spPr>
          <a:xfrm>
            <a:off x="9704951" y="6288721"/>
            <a:ext cx="454208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l">
              <a:spcBef>
                <a:spcPts val="0"/>
              </a:spcBef>
              <a:buNone/>
              <a:defRPr/>
            </a:lvl1pPr>
            <a:lvl2pPr marL="0" lvl="1" indent="0" algn="l">
              <a:spcBef>
                <a:spcPts val="0"/>
              </a:spcBef>
              <a:buNone/>
              <a:defRPr/>
            </a:lvl2pPr>
            <a:lvl3pPr marL="0" lvl="2" indent="0" algn="l">
              <a:spcBef>
                <a:spcPts val="0"/>
              </a:spcBef>
              <a:buNone/>
              <a:defRPr/>
            </a:lvl3pPr>
            <a:lvl4pPr marL="0" lvl="3" indent="0" algn="l">
              <a:spcBef>
                <a:spcPts val="0"/>
              </a:spcBef>
              <a:buNone/>
              <a:defRPr/>
            </a:lvl4pPr>
            <a:lvl5pPr marL="0" lvl="4" indent="0" algn="l">
              <a:spcBef>
                <a:spcPts val="0"/>
              </a:spcBef>
              <a:buNone/>
              <a:defRPr/>
            </a:lvl5pPr>
            <a:lvl6pPr marL="0" lvl="5" indent="0" algn="l">
              <a:spcBef>
                <a:spcPts val="0"/>
              </a:spcBef>
              <a:buNone/>
              <a:defRPr/>
            </a:lvl6pPr>
            <a:lvl7pPr marL="0" lvl="6" indent="0" algn="l">
              <a:spcBef>
                <a:spcPts val="0"/>
              </a:spcBef>
              <a:buNone/>
              <a:defRPr/>
            </a:lvl7pPr>
            <a:lvl8pPr marL="0" lvl="7" indent="0" algn="l">
              <a:spcBef>
                <a:spcPts val="0"/>
              </a:spcBef>
              <a:buNone/>
              <a:defRPr/>
            </a:lvl8pPr>
            <a:lvl9pPr marL="0" lvl="8" indent="0" algn="l">
              <a:spcBef>
                <a:spcPts val="0"/>
              </a:spcBef>
              <a:buNone/>
              <a:defRPr/>
            </a:lvl9pPr>
          </a:lstStyle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pic>
        <p:nvPicPr>
          <p:cNvPr id="163" name="Google Shape;163;p14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0" y="776741"/>
            <a:ext cx="5460970" cy="5435599"/>
          </a:xfrm>
          <a:prstGeom prst="rect">
            <a:avLst/>
          </a:prstGeom>
          <a:noFill/>
          <a:ln>
            <a:noFill/>
          </a:ln>
        </p:spPr>
      </p:pic>
      <p:sp>
        <p:nvSpPr>
          <p:cNvPr id="164" name="Google Shape;164;p14"/>
          <p:cNvSpPr txBox="1">
            <a:spLocks noGrp="1"/>
          </p:cNvSpPr>
          <p:nvPr>
            <p:ph type="body" idx="1"/>
          </p:nvPr>
        </p:nvSpPr>
        <p:spPr>
          <a:xfrm>
            <a:off x="5323840" y="2636464"/>
            <a:ext cx="6257098" cy="17527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SzPts val="1800"/>
              <a:buNone/>
              <a:defRPr sz="1800"/>
            </a:lvl1pPr>
            <a:lvl2pPr marL="914400" lvl="1" indent="-3429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800"/>
              <a:buChar char="•"/>
              <a:defRPr/>
            </a:lvl2pPr>
            <a:lvl3pPr marL="1371600" lvl="2" indent="-3429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800"/>
              <a:buChar char="•"/>
              <a:defRPr/>
            </a:lvl3pPr>
            <a:lvl4pPr marL="1828800" lvl="3" indent="-3429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800"/>
              <a:buChar char="•"/>
              <a:defRPr/>
            </a:lvl4pPr>
            <a:lvl5pPr marL="2286000" lvl="4" indent="-2286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600"/>
              <a:buNone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165" name="Google Shape;165;p14"/>
          <p:cNvSpPr txBox="1">
            <a:spLocks noGrp="1"/>
          </p:cNvSpPr>
          <p:nvPr>
            <p:ph type="body" idx="2"/>
          </p:nvPr>
        </p:nvSpPr>
        <p:spPr>
          <a:xfrm>
            <a:off x="5865424" y="4717159"/>
            <a:ext cx="2419118" cy="85280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45720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>
                <a:solidFill>
                  <a:schemeClr val="dk2"/>
                </a:solidFill>
              </a:defRPr>
            </a:lvl1pPr>
            <a:lvl2pPr marL="914400" lvl="1" indent="-2286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600"/>
              <a:buNone/>
              <a:defRPr sz="1600"/>
            </a:lvl2pPr>
            <a:lvl3pPr marL="1371600" lvl="2" indent="-2286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400"/>
              <a:buNone/>
              <a:defRPr sz="1400"/>
            </a:lvl3pPr>
            <a:lvl4pPr marL="1828800" lvl="3" indent="-2286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200"/>
              <a:buNone/>
              <a:defRPr sz="1200"/>
            </a:lvl4pPr>
            <a:lvl5pPr marL="2286000" lvl="4" indent="-2286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200"/>
              <a:buNone/>
              <a:defRPr sz="1200"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166" name="Google Shape;166;p14"/>
          <p:cNvSpPr txBox="1">
            <a:spLocks noGrp="1"/>
          </p:cNvSpPr>
          <p:nvPr>
            <p:ph type="body" idx="3"/>
          </p:nvPr>
        </p:nvSpPr>
        <p:spPr>
          <a:xfrm>
            <a:off x="9161819" y="4717159"/>
            <a:ext cx="2419118" cy="85280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45720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>
                <a:solidFill>
                  <a:schemeClr val="accent2"/>
                </a:solidFill>
              </a:defRPr>
            </a:lvl1pPr>
            <a:lvl2pPr marL="914400" lvl="1" indent="-2286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600"/>
              <a:buNone/>
              <a:defRPr sz="1600"/>
            </a:lvl2pPr>
            <a:lvl3pPr marL="1371600" lvl="2" indent="-2286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400"/>
              <a:buNone/>
              <a:defRPr sz="1400"/>
            </a:lvl3pPr>
            <a:lvl4pPr marL="1828800" lvl="3" indent="-2286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200"/>
              <a:buNone/>
              <a:defRPr sz="1200"/>
            </a:lvl4pPr>
            <a:lvl5pPr marL="2286000" lvl="4" indent="-2286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200"/>
              <a:buNone/>
              <a:defRPr sz="1200"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167" name="Google Shape;167;p14"/>
          <p:cNvSpPr>
            <a:spLocks noGrp="1"/>
          </p:cNvSpPr>
          <p:nvPr>
            <p:ph type="body" idx="4"/>
          </p:nvPr>
        </p:nvSpPr>
        <p:spPr>
          <a:xfrm rot="8100000">
            <a:off x="5339334" y="4818095"/>
            <a:ext cx="487362" cy="487363"/>
          </a:xfrm>
          <a:prstGeom prst="teardrop">
            <a:avLst>
              <a:gd name="adj" fmla="val 100000"/>
            </a:avLst>
          </a:prstGeom>
          <a:solidFill>
            <a:schemeClr val="dk2"/>
          </a:solidFill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SzPts val="2000"/>
              <a:buNone/>
              <a:defRPr sz="2000"/>
            </a:lvl1pPr>
            <a:lvl2pPr marL="914400" lvl="1" indent="-3429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800"/>
              <a:buChar char="•"/>
              <a:defRPr/>
            </a:lvl2pPr>
            <a:lvl3pPr marL="1371600" lvl="2" indent="-3429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800"/>
              <a:buChar char="•"/>
              <a:defRPr/>
            </a:lvl3pPr>
            <a:lvl4pPr marL="1828800" lvl="3" indent="-3429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800"/>
              <a:buChar char="•"/>
              <a:defRPr/>
            </a:lvl4pPr>
            <a:lvl5pPr marL="2286000" lvl="4" indent="-3429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168" name="Google Shape;168;p14"/>
          <p:cNvSpPr>
            <a:spLocks noGrp="1"/>
          </p:cNvSpPr>
          <p:nvPr>
            <p:ph type="body" idx="5"/>
          </p:nvPr>
        </p:nvSpPr>
        <p:spPr>
          <a:xfrm rot="8100000">
            <a:off x="8658270" y="4818095"/>
            <a:ext cx="487362" cy="487363"/>
          </a:xfrm>
          <a:prstGeom prst="teardrop">
            <a:avLst>
              <a:gd name="adj" fmla="val 100000"/>
            </a:avLst>
          </a:prstGeom>
          <a:solidFill>
            <a:schemeClr val="accent2"/>
          </a:solidFill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SzPts val="2000"/>
              <a:buNone/>
              <a:defRPr sz="2000"/>
            </a:lvl1pPr>
            <a:lvl2pPr marL="914400" lvl="1" indent="-3429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800"/>
              <a:buChar char="•"/>
              <a:defRPr/>
            </a:lvl2pPr>
            <a:lvl3pPr marL="1371600" lvl="2" indent="-3429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800"/>
              <a:buChar char="•"/>
              <a:defRPr/>
            </a:lvl3pPr>
            <a:lvl4pPr marL="1828800" lvl="3" indent="-3429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800"/>
              <a:buChar char="•"/>
              <a:defRPr/>
            </a:lvl4pPr>
            <a:lvl5pPr marL="2286000" lvl="4" indent="-3429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169" name="Google Shape;169;p14"/>
          <p:cNvSpPr txBox="1">
            <a:spLocks noGrp="1"/>
          </p:cNvSpPr>
          <p:nvPr>
            <p:ph type="title"/>
          </p:nvPr>
        </p:nvSpPr>
        <p:spPr>
          <a:xfrm>
            <a:off x="5323840" y="365124"/>
            <a:ext cx="6257097" cy="213055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600"/>
              <a:buFont typeface="Play"/>
              <a:buNone/>
              <a:defRPr sz="36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pic>
        <p:nvPicPr>
          <p:cNvPr id="170" name="Google Shape;170;p14" descr="A logo with white text&#10;&#10;AI-generated content may be incorrect.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0228326" y="5774445"/>
            <a:ext cx="1964594" cy="1133313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Quote">
  <p:cSld name="Quote">
    <p:bg>
      <p:bgPr>
        <a:solidFill>
          <a:schemeClr val="accent3"/>
        </a:solidFill>
        <a:effectLst/>
      </p:bgPr>
    </p:bg>
    <p:spTree>
      <p:nvGrpSpPr>
        <p:cNvPr id="1" name="Shape 1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2" name="Google Shape;172;p15"/>
          <p:cNvSpPr/>
          <p:nvPr/>
        </p:nvSpPr>
        <p:spPr>
          <a:xfrm>
            <a:off x="1524" y="124743"/>
            <a:ext cx="12188952" cy="91440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3" name="Google Shape;173;p15"/>
          <p:cNvSpPr txBox="1">
            <a:spLocks noGrp="1"/>
          </p:cNvSpPr>
          <p:nvPr>
            <p:ph type="title"/>
          </p:nvPr>
        </p:nvSpPr>
        <p:spPr>
          <a:xfrm>
            <a:off x="2540000" y="365124"/>
            <a:ext cx="9040938" cy="487801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200"/>
              <a:buFont typeface="Play"/>
              <a:buNone/>
              <a:defRPr sz="7200">
                <a:solidFill>
                  <a:schemeClr val="dk2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74" name="Google Shape;174;p15"/>
          <p:cNvSpPr txBox="1">
            <a:spLocks noGrp="1"/>
          </p:cNvSpPr>
          <p:nvPr>
            <p:ph type="body" idx="1"/>
          </p:nvPr>
        </p:nvSpPr>
        <p:spPr>
          <a:xfrm>
            <a:off x="3499494" y="5243134"/>
            <a:ext cx="8081319" cy="7315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SzPts val="1800"/>
              <a:buNone/>
              <a:defRPr sz="1800">
                <a:solidFill>
                  <a:schemeClr val="dk2"/>
                </a:solidFill>
              </a:defRPr>
            </a:lvl1pPr>
            <a:lvl2pPr marL="914400" lvl="1" indent="-2286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600"/>
              <a:buNone/>
              <a:defRPr sz="1600"/>
            </a:lvl2pPr>
            <a:lvl3pPr marL="1371600" lvl="2" indent="-2286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400"/>
              <a:buNone/>
              <a:defRPr sz="1400"/>
            </a:lvl3pPr>
            <a:lvl4pPr marL="1828800" lvl="3" indent="-2286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200"/>
              <a:buNone/>
              <a:defRPr sz="1200"/>
            </a:lvl4pPr>
            <a:lvl5pPr marL="2286000" lvl="4" indent="-2286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200"/>
              <a:buNone/>
              <a:defRPr sz="1200"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175" name="Google Shape;175;p15"/>
          <p:cNvSpPr txBox="1">
            <a:spLocks noGrp="1"/>
          </p:cNvSpPr>
          <p:nvPr>
            <p:ph type="dt" idx="10"/>
          </p:nvPr>
        </p:nvSpPr>
        <p:spPr>
          <a:xfrm>
            <a:off x="608139" y="6288723"/>
            <a:ext cx="877034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76" name="Google Shape;176;p15"/>
          <p:cNvSpPr txBox="1">
            <a:spLocks noGrp="1"/>
          </p:cNvSpPr>
          <p:nvPr>
            <p:ph type="ftr" idx="11"/>
          </p:nvPr>
        </p:nvSpPr>
        <p:spPr>
          <a:xfrm>
            <a:off x="1554340" y="6288722"/>
            <a:ext cx="8081444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77" name="Google Shape;177;p15"/>
          <p:cNvSpPr txBox="1">
            <a:spLocks noGrp="1"/>
          </p:cNvSpPr>
          <p:nvPr>
            <p:ph type="sldNum" idx="12"/>
          </p:nvPr>
        </p:nvSpPr>
        <p:spPr>
          <a:xfrm>
            <a:off x="9704951" y="6288721"/>
            <a:ext cx="454208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l">
              <a:spcBef>
                <a:spcPts val="0"/>
              </a:spcBef>
              <a:buNone/>
              <a:defRPr/>
            </a:lvl1pPr>
            <a:lvl2pPr marL="0" lvl="1" indent="0" algn="l">
              <a:spcBef>
                <a:spcPts val="0"/>
              </a:spcBef>
              <a:buNone/>
              <a:defRPr/>
            </a:lvl2pPr>
            <a:lvl3pPr marL="0" lvl="2" indent="0" algn="l">
              <a:spcBef>
                <a:spcPts val="0"/>
              </a:spcBef>
              <a:buNone/>
              <a:defRPr/>
            </a:lvl3pPr>
            <a:lvl4pPr marL="0" lvl="3" indent="0" algn="l">
              <a:spcBef>
                <a:spcPts val="0"/>
              </a:spcBef>
              <a:buNone/>
              <a:defRPr/>
            </a:lvl4pPr>
            <a:lvl5pPr marL="0" lvl="4" indent="0" algn="l">
              <a:spcBef>
                <a:spcPts val="0"/>
              </a:spcBef>
              <a:buNone/>
              <a:defRPr/>
            </a:lvl5pPr>
            <a:lvl6pPr marL="0" lvl="5" indent="0" algn="l">
              <a:spcBef>
                <a:spcPts val="0"/>
              </a:spcBef>
              <a:buNone/>
              <a:defRPr/>
            </a:lvl6pPr>
            <a:lvl7pPr marL="0" lvl="6" indent="0" algn="l">
              <a:spcBef>
                <a:spcPts val="0"/>
              </a:spcBef>
              <a:buNone/>
              <a:defRPr/>
            </a:lvl7pPr>
            <a:lvl8pPr marL="0" lvl="7" indent="0" algn="l">
              <a:spcBef>
                <a:spcPts val="0"/>
              </a:spcBef>
              <a:buNone/>
              <a:defRPr/>
            </a:lvl8pPr>
            <a:lvl9pPr marL="0" lvl="8" indent="0" algn="l">
              <a:spcBef>
                <a:spcPts val="0"/>
              </a:spcBef>
              <a:buNone/>
              <a:defRPr/>
            </a:lvl9pPr>
          </a:lstStyle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pic>
        <p:nvPicPr>
          <p:cNvPr id="178" name="Google Shape;178;p15"/>
          <p:cNvPicPr preferRelativeResize="0"/>
          <p:nvPr/>
        </p:nvPicPr>
        <p:blipFill rotWithShape="1">
          <a:blip r:embed="rId2">
            <a:alphaModFix/>
          </a:blip>
          <a:srcRect t="10486" b="10485"/>
          <a:stretch/>
        </p:blipFill>
        <p:spPr>
          <a:xfrm>
            <a:off x="0" y="0"/>
            <a:ext cx="12192000" cy="125457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Intro - Single">
  <p:cSld name="Intro - Single">
    <p:spTree>
      <p:nvGrpSpPr>
        <p:cNvPr id="1" name="Shape 1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80" name="Google Shape;180;p16"/>
          <p:cNvPicPr preferRelativeResize="0">
            <a:picLocks noGrp="1"/>
          </p:cNvPicPr>
          <p:nvPr>
            <p:ph type="pic" idx="2"/>
          </p:nvPr>
        </p:nvPicPr>
        <p:blipFill/>
        <p:spPr>
          <a:xfrm>
            <a:off x="609600" y="1966205"/>
            <a:ext cx="2930534" cy="2925590"/>
          </a:xfrm>
          <a:prstGeom prst="ellipse">
            <a:avLst/>
          </a:prstGeom>
          <a:blipFill rotWithShape="1">
            <a:blip r:embed="rId2">
              <a:alphaModFix/>
            </a:blip>
            <a:stretch>
              <a:fillRect/>
            </a:stretch>
          </a:blipFill>
          <a:ln>
            <a:noFill/>
          </a:ln>
        </p:spPr>
      </p:pic>
      <p:sp>
        <p:nvSpPr>
          <p:cNvPr id="181" name="Google Shape;181;p16"/>
          <p:cNvSpPr txBox="1">
            <a:spLocks noGrp="1"/>
          </p:cNvSpPr>
          <p:nvPr>
            <p:ph type="dt" idx="10"/>
          </p:nvPr>
        </p:nvSpPr>
        <p:spPr>
          <a:xfrm>
            <a:off x="608139" y="6288723"/>
            <a:ext cx="877034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82" name="Google Shape;182;p16"/>
          <p:cNvSpPr txBox="1">
            <a:spLocks noGrp="1"/>
          </p:cNvSpPr>
          <p:nvPr>
            <p:ph type="ftr" idx="11"/>
          </p:nvPr>
        </p:nvSpPr>
        <p:spPr>
          <a:xfrm>
            <a:off x="1554340" y="6288722"/>
            <a:ext cx="8081444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83" name="Google Shape;183;p16"/>
          <p:cNvSpPr txBox="1">
            <a:spLocks noGrp="1"/>
          </p:cNvSpPr>
          <p:nvPr>
            <p:ph type="sldNum" idx="12"/>
          </p:nvPr>
        </p:nvSpPr>
        <p:spPr>
          <a:xfrm>
            <a:off x="9704951" y="6288721"/>
            <a:ext cx="454208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l">
              <a:spcBef>
                <a:spcPts val="0"/>
              </a:spcBef>
              <a:buNone/>
              <a:defRPr/>
            </a:lvl1pPr>
            <a:lvl2pPr marL="0" lvl="1" indent="0" algn="l">
              <a:spcBef>
                <a:spcPts val="0"/>
              </a:spcBef>
              <a:buNone/>
              <a:defRPr/>
            </a:lvl2pPr>
            <a:lvl3pPr marL="0" lvl="2" indent="0" algn="l">
              <a:spcBef>
                <a:spcPts val="0"/>
              </a:spcBef>
              <a:buNone/>
              <a:defRPr/>
            </a:lvl3pPr>
            <a:lvl4pPr marL="0" lvl="3" indent="0" algn="l">
              <a:spcBef>
                <a:spcPts val="0"/>
              </a:spcBef>
              <a:buNone/>
              <a:defRPr/>
            </a:lvl4pPr>
            <a:lvl5pPr marL="0" lvl="4" indent="0" algn="l">
              <a:spcBef>
                <a:spcPts val="0"/>
              </a:spcBef>
              <a:buNone/>
              <a:defRPr/>
            </a:lvl5pPr>
            <a:lvl6pPr marL="0" lvl="5" indent="0" algn="l">
              <a:spcBef>
                <a:spcPts val="0"/>
              </a:spcBef>
              <a:buNone/>
              <a:defRPr/>
            </a:lvl6pPr>
            <a:lvl7pPr marL="0" lvl="6" indent="0" algn="l">
              <a:spcBef>
                <a:spcPts val="0"/>
              </a:spcBef>
              <a:buNone/>
              <a:defRPr/>
            </a:lvl7pPr>
            <a:lvl8pPr marL="0" lvl="7" indent="0" algn="l">
              <a:spcBef>
                <a:spcPts val="0"/>
              </a:spcBef>
              <a:buNone/>
              <a:defRPr/>
            </a:lvl8pPr>
            <a:lvl9pPr marL="0" lvl="8" indent="0" algn="l">
              <a:spcBef>
                <a:spcPts val="0"/>
              </a:spcBef>
              <a:buNone/>
              <a:defRPr/>
            </a:lvl9pPr>
          </a:lstStyle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184" name="Google Shape;184;p16"/>
          <p:cNvSpPr txBox="1">
            <a:spLocks noGrp="1"/>
          </p:cNvSpPr>
          <p:nvPr>
            <p:ph type="body" idx="1"/>
          </p:nvPr>
        </p:nvSpPr>
        <p:spPr>
          <a:xfrm>
            <a:off x="3779520" y="4033520"/>
            <a:ext cx="7801418" cy="8582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SzPts val="1800"/>
              <a:buNone/>
              <a:defRPr sz="1800">
                <a:solidFill>
                  <a:schemeClr val="dk2"/>
                </a:solidFill>
              </a:defRPr>
            </a:lvl1pPr>
            <a:lvl2pPr marL="914400" lvl="1" indent="-3429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800"/>
              <a:buChar char="•"/>
              <a:defRPr/>
            </a:lvl2pPr>
            <a:lvl3pPr marL="1371600" lvl="2" indent="-3429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800"/>
              <a:buChar char="•"/>
              <a:defRPr/>
            </a:lvl3pPr>
            <a:lvl4pPr marL="1828800" lvl="3" indent="-3429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800"/>
              <a:buChar char="•"/>
              <a:defRPr/>
            </a:lvl4pPr>
            <a:lvl5pPr marL="2286000" lvl="4" indent="-3429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185" name="Google Shape;185;p16"/>
          <p:cNvSpPr txBox="1">
            <a:spLocks noGrp="1"/>
          </p:cNvSpPr>
          <p:nvPr>
            <p:ph type="title"/>
          </p:nvPr>
        </p:nvSpPr>
        <p:spPr>
          <a:xfrm>
            <a:off x="3779520" y="365125"/>
            <a:ext cx="7801418" cy="358711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Intro - Small Team">
  <p:cSld name="Intro - Small Team">
    <p:spTree>
      <p:nvGrpSpPr>
        <p:cNvPr id="1" name="Shape 1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87" name="Google Shape;187;p17"/>
          <p:cNvPicPr preferRelativeResize="0">
            <a:picLocks noGrp="1"/>
          </p:cNvPicPr>
          <p:nvPr>
            <p:ph type="pic" idx="2"/>
          </p:nvPr>
        </p:nvPicPr>
        <p:blipFill/>
        <p:spPr>
          <a:xfrm>
            <a:off x="992756" y="1925871"/>
            <a:ext cx="1550300" cy="1503129"/>
          </a:xfrm>
          <a:prstGeom prst="ellipse">
            <a:avLst/>
          </a:prstGeom>
          <a:blipFill rotWithShape="1">
            <a:blip r:embed="rId2">
              <a:alphaModFix/>
            </a:blip>
            <a:stretch>
              <a:fillRect/>
            </a:stretch>
          </a:blipFill>
          <a:ln>
            <a:noFill/>
          </a:ln>
        </p:spPr>
      </p:pic>
      <p:sp>
        <p:nvSpPr>
          <p:cNvPr id="188" name="Google Shape;188;p17"/>
          <p:cNvSpPr txBox="1">
            <a:spLocks noGrp="1"/>
          </p:cNvSpPr>
          <p:nvPr>
            <p:ph type="body" idx="1"/>
          </p:nvPr>
        </p:nvSpPr>
        <p:spPr>
          <a:xfrm>
            <a:off x="2701925" y="1925871"/>
            <a:ext cx="3079115" cy="75636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2400"/>
              <a:buNone/>
              <a:defRPr b="1">
                <a:solidFill>
                  <a:schemeClr val="dk2"/>
                </a:solidFill>
              </a:defRPr>
            </a:lvl1pPr>
            <a:lvl2pPr marL="914400" lvl="1" indent="-2286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2000"/>
              <a:buNone/>
              <a:defRPr b="1">
                <a:solidFill>
                  <a:schemeClr val="dk2"/>
                </a:solidFill>
              </a:defRPr>
            </a:lvl2pPr>
            <a:lvl3pPr marL="1371600" lvl="2" indent="-2286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800"/>
              <a:buNone/>
              <a:defRPr b="1">
                <a:solidFill>
                  <a:schemeClr val="dk2"/>
                </a:solidFill>
              </a:defRPr>
            </a:lvl3pPr>
            <a:lvl4pPr marL="1828800" lvl="3" indent="-2286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600"/>
              <a:buNone/>
              <a:defRPr b="1">
                <a:solidFill>
                  <a:schemeClr val="dk2"/>
                </a:solidFill>
              </a:defRPr>
            </a:lvl4pPr>
            <a:lvl5pPr marL="2286000" lvl="4" indent="-2286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600"/>
              <a:buNone/>
              <a:defRPr b="1">
                <a:solidFill>
                  <a:schemeClr val="dk2"/>
                </a:solidFill>
              </a:defRPr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189" name="Google Shape;189;p17"/>
          <p:cNvSpPr txBox="1">
            <a:spLocks noGrp="1"/>
          </p:cNvSpPr>
          <p:nvPr>
            <p:ph type="body" idx="3"/>
          </p:nvPr>
        </p:nvSpPr>
        <p:spPr>
          <a:xfrm>
            <a:off x="2701925" y="2687871"/>
            <a:ext cx="3079115" cy="75636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600"/>
              <a:buNone/>
              <a:defRPr sz="1600" b="0">
                <a:solidFill>
                  <a:schemeClr val="dk2"/>
                </a:solidFill>
              </a:defRPr>
            </a:lvl1pPr>
            <a:lvl2pPr marL="914400" lvl="1" indent="-2286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2000"/>
              <a:buNone/>
              <a:defRPr b="1">
                <a:solidFill>
                  <a:schemeClr val="dk2"/>
                </a:solidFill>
              </a:defRPr>
            </a:lvl2pPr>
            <a:lvl3pPr marL="1371600" lvl="2" indent="-2286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800"/>
              <a:buNone/>
              <a:defRPr b="1">
                <a:solidFill>
                  <a:schemeClr val="dk2"/>
                </a:solidFill>
              </a:defRPr>
            </a:lvl3pPr>
            <a:lvl4pPr marL="1828800" lvl="3" indent="-2286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600"/>
              <a:buNone/>
              <a:defRPr b="1">
                <a:solidFill>
                  <a:schemeClr val="dk2"/>
                </a:solidFill>
              </a:defRPr>
            </a:lvl4pPr>
            <a:lvl5pPr marL="2286000" lvl="4" indent="-2286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600"/>
              <a:buNone/>
              <a:defRPr b="1">
                <a:solidFill>
                  <a:schemeClr val="dk2"/>
                </a:solidFill>
              </a:defRPr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190" name="Google Shape;190;p17"/>
          <p:cNvSpPr txBox="1">
            <a:spLocks noGrp="1"/>
          </p:cNvSpPr>
          <p:nvPr>
            <p:ph type="title"/>
          </p:nvPr>
        </p:nvSpPr>
        <p:spPr>
          <a:xfrm>
            <a:off x="608138" y="365125"/>
            <a:ext cx="10972800" cy="82883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600"/>
              <a:buFont typeface="Play"/>
              <a:buNone/>
              <a:defRPr sz="36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pic>
        <p:nvPicPr>
          <p:cNvPr id="191" name="Google Shape;191;p17"/>
          <p:cNvPicPr preferRelativeResize="0">
            <a:picLocks noGrp="1"/>
          </p:cNvPicPr>
          <p:nvPr>
            <p:ph type="pic" idx="4"/>
          </p:nvPr>
        </p:nvPicPr>
        <p:blipFill/>
        <p:spPr>
          <a:xfrm>
            <a:off x="6410962" y="1925871"/>
            <a:ext cx="1550300" cy="1503129"/>
          </a:xfrm>
          <a:prstGeom prst="ellipse">
            <a:avLst/>
          </a:prstGeom>
          <a:blipFill rotWithShape="1">
            <a:blip r:embed="rId3">
              <a:alphaModFix/>
            </a:blip>
            <a:stretch>
              <a:fillRect/>
            </a:stretch>
          </a:blipFill>
          <a:ln>
            <a:noFill/>
          </a:ln>
        </p:spPr>
      </p:pic>
      <p:sp>
        <p:nvSpPr>
          <p:cNvPr id="192" name="Google Shape;192;p17"/>
          <p:cNvSpPr txBox="1">
            <a:spLocks noGrp="1"/>
          </p:cNvSpPr>
          <p:nvPr>
            <p:ph type="body" idx="5"/>
          </p:nvPr>
        </p:nvSpPr>
        <p:spPr>
          <a:xfrm>
            <a:off x="8114185" y="1925871"/>
            <a:ext cx="3079115" cy="75636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2400"/>
              <a:buNone/>
              <a:defRPr b="1">
                <a:solidFill>
                  <a:schemeClr val="dk2"/>
                </a:solidFill>
              </a:defRPr>
            </a:lvl1pPr>
            <a:lvl2pPr marL="914400" lvl="1" indent="-2286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2000"/>
              <a:buNone/>
              <a:defRPr b="1">
                <a:solidFill>
                  <a:schemeClr val="dk2"/>
                </a:solidFill>
              </a:defRPr>
            </a:lvl2pPr>
            <a:lvl3pPr marL="1371600" lvl="2" indent="-2286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800"/>
              <a:buNone/>
              <a:defRPr b="1">
                <a:solidFill>
                  <a:schemeClr val="dk2"/>
                </a:solidFill>
              </a:defRPr>
            </a:lvl3pPr>
            <a:lvl4pPr marL="1828800" lvl="3" indent="-2286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600"/>
              <a:buNone/>
              <a:defRPr b="1">
                <a:solidFill>
                  <a:schemeClr val="dk2"/>
                </a:solidFill>
              </a:defRPr>
            </a:lvl4pPr>
            <a:lvl5pPr marL="2286000" lvl="4" indent="-2286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600"/>
              <a:buNone/>
              <a:defRPr b="1">
                <a:solidFill>
                  <a:schemeClr val="dk2"/>
                </a:solidFill>
              </a:defRPr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193" name="Google Shape;193;p17"/>
          <p:cNvSpPr txBox="1">
            <a:spLocks noGrp="1"/>
          </p:cNvSpPr>
          <p:nvPr>
            <p:ph type="body" idx="6"/>
          </p:nvPr>
        </p:nvSpPr>
        <p:spPr>
          <a:xfrm>
            <a:off x="8109388" y="2687871"/>
            <a:ext cx="3079115" cy="75636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600"/>
              <a:buNone/>
              <a:defRPr sz="1600" b="0">
                <a:solidFill>
                  <a:schemeClr val="dk2"/>
                </a:solidFill>
              </a:defRPr>
            </a:lvl1pPr>
            <a:lvl2pPr marL="914400" lvl="1" indent="-2286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2000"/>
              <a:buNone/>
              <a:defRPr b="1">
                <a:solidFill>
                  <a:schemeClr val="dk2"/>
                </a:solidFill>
              </a:defRPr>
            </a:lvl2pPr>
            <a:lvl3pPr marL="1371600" lvl="2" indent="-2286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800"/>
              <a:buNone/>
              <a:defRPr b="1">
                <a:solidFill>
                  <a:schemeClr val="dk2"/>
                </a:solidFill>
              </a:defRPr>
            </a:lvl3pPr>
            <a:lvl4pPr marL="1828800" lvl="3" indent="-2286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600"/>
              <a:buNone/>
              <a:defRPr b="1">
                <a:solidFill>
                  <a:schemeClr val="dk2"/>
                </a:solidFill>
              </a:defRPr>
            </a:lvl4pPr>
            <a:lvl5pPr marL="2286000" lvl="4" indent="-2286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600"/>
              <a:buNone/>
              <a:defRPr b="1">
                <a:solidFill>
                  <a:schemeClr val="dk2"/>
                </a:solidFill>
              </a:defRPr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pic>
        <p:nvPicPr>
          <p:cNvPr id="194" name="Google Shape;194;p17"/>
          <p:cNvPicPr preferRelativeResize="0">
            <a:picLocks noGrp="1"/>
          </p:cNvPicPr>
          <p:nvPr>
            <p:ph type="pic" idx="7"/>
          </p:nvPr>
        </p:nvPicPr>
        <p:blipFill/>
        <p:spPr>
          <a:xfrm>
            <a:off x="998703" y="4038876"/>
            <a:ext cx="1550300" cy="1503129"/>
          </a:xfrm>
          <a:prstGeom prst="ellipse">
            <a:avLst/>
          </a:prstGeom>
          <a:blipFill rotWithShape="1">
            <a:blip r:embed="rId4">
              <a:alphaModFix/>
            </a:blip>
            <a:stretch>
              <a:fillRect/>
            </a:stretch>
          </a:blipFill>
          <a:ln>
            <a:noFill/>
          </a:ln>
        </p:spPr>
      </p:pic>
      <p:sp>
        <p:nvSpPr>
          <p:cNvPr id="195" name="Google Shape;195;p17"/>
          <p:cNvSpPr txBox="1">
            <a:spLocks noGrp="1"/>
          </p:cNvSpPr>
          <p:nvPr>
            <p:ph type="body" idx="8"/>
          </p:nvPr>
        </p:nvSpPr>
        <p:spPr>
          <a:xfrm>
            <a:off x="2701925" y="4038876"/>
            <a:ext cx="3079115" cy="75636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2400"/>
              <a:buNone/>
              <a:defRPr b="1">
                <a:solidFill>
                  <a:schemeClr val="dk2"/>
                </a:solidFill>
              </a:defRPr>
            </a:lvl1pPr>
            <a:lvl2pPr marL="914400" lvl="1" indent="-2286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2000"/>
              <a:buNone/>
              <a:defRPr b="1">
                <a:solidFill>
                  <a:schemeClr val="dk2"/>
                </a:solidFill>
              </a:defRPr>
            </a:lvl2pPr>
            <a:lvl3pPr marL="1371600" lvl="2" indent="-2286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800"/>
              <a:buNone/>
              <a:defRPr b="1">
                <a:solidFill>
                  <a:schemeClr val="dk2"/>
                </a:solidFill>
              </a:defRPr>
            </a:lvl3pPr>
            <a:lvl4pPr marL="1828800" lvl="3" indent="-2286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600"/>
              <a:buNone/>
              <a:defRPr b="1">
                <a:solidFill>
                  <a:schemeClr val="dk2"/>
                </a:solidFill>
              </a:defRPr>
            </a:lvl4pPr>
            <a:lvl5pPr marL="2286000" lvl="4" indent="-2286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600"/>
              <a:buNone/>
              <a:defRPr b="1">
                <a:solidFill>
                  <a:schemeClr val="dk2"/>
                </a:solidFill>
              </a:defRPr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196" name="Google Shape;196;p17"/>
          <p:cNvSpPr txBox="1">
            <a:spLocks noGrp="1"/>
          </p:cNvSpPr>
          <p:nvPr>
            <p:ph type="body" idx="9"/>
          </p:nvPr>
        </p:nvSpPr>
        <p:spPr>
          <a:xfrm>
            <a:off x="2701924" y="4813828"/>
            <a:ext cx="3079115" cy="75636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600"/>
              <a:buNone/>
              <a:defRPr sz="1600" b="0">
                <a:solidFill>
                  <a:schemeClr val="dk2"/>
                </a:solidFill>
              </a:defRPr>
            </a:lvl1pPr>
            <a:lvl2pPr marL="914400" lvl="1" indent="-2286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2000"/>
              <a:buNone/>
              <a:defRPr b="1">
                <a:solidFill>
                  <a:schemeClr val="dk2"/>
                </a:solidFill>
              </a:defRPr>
            </a:lvl2pPr>
            <a:lvl3pPr marL="1371600" lvl="2" indent="-2286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800"/>
              <a:buNone/>
              <a:defRPr b="1">
                <a:solidFill>
                  <a:schemeClr val="dk2"/>
                </a:solidFill>
              </a:defRPr>
            </a:lvl3pPr>
            <a:lvl4pPr marL="1828800" lvl="3" indent="-2286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600"/>
              <a:buNone/>
              <a:defRPr b="1">
                <a:solidFill>
                  <a:schemeClr val="dk2"/>
                </a:solidFill>
              </a:defRPr>
            </a:lvl4pPr>
            <a:lvl5pPr marL="2286000" lvl="4" indent="-2286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600"/>
              <a:buNone/>
              <a:defRPr b="1">
                <a:solidFill>
                  <a:schemeClr val="dk2"/>
                </a:solidFill>
              </a:defRPr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pic>
        <p:nvPicPr>
          <p:cNvPr id="197" name="Google Shape;197;p17"/>
          <p:cNvPicPr preferRelativeResize="0">
            <a:picLocks noGrp="1"/>
          </p:cNvPicPr>
          <p:nvPr>
            <p:ph type="pic" idx="13"/>
          </p:nvPr>
        </p:nvPicPr>
        <p:blipFill/>
        <p:spPr>
          <a:xfrm>
            <a:off x="6410962" y="4038876"/>
            <a:ext cx="1550300" cy="1503129"/>
          </a:xfrm>
          <a:prstGeom prst="ellipse">
            <a:avLst/>
          </a:prstGeom>
          <a:blipFill rotWithShape="1">
            <a:blip r:embed="rId5">
              <a:alphaModFix/>
            </a:blip>
            <a:stretch>
              <a:fillRect/>
            </a:stretch>
          </a:blipFill>
          <a:ln>
            <a:noFill/>
          </a:ln>
        </p:spPr>
      </p:pic>
      <p:sp>
        <p:nvSpPr>
          <p:cNvPr id="198" name="Google Shape;198;p17"/>
          <p:cNvSpPr txBox="1">
            <a:spLocks noGrp="1"/>
          </p:cNvSpPr>
          <p:nvPr>
            <p:ph type="body" idx="14"/>
          </p:nvPr>
        </p:nvSpPr>
        <p:spPr>
          <a:xfrm>
            <a:off x="8114184" y="4038876"/>
            <a:ext cx="3079115" cy="75636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2400"/>
              <a:buNone/>
              <a:defRPr b="1">
                <a:solidFill>
                  <a:schemeClr val="dk2"/>
                </a:solidFill>
              </a:defRPr>
            </a:lvl1pPr>
            <a:lvl2pPr marL="914400" lvl="1" indent="-2286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2000"/>
              <a:buNone/>
              <a:defRPr b="1">
                <a:solidFill>
                  <a:schemeClr val="dk2"/>
                </a:solidFill>
              </a:defRPr>
            </a:lvl2pPr>
            <a:lvl3pPr marL="1371600" lvl="2" indent="-2286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800"/>
              <a:buNone/>
              <a:defRPr b="1">
                <a:solidFill>
                  <a:schemeClr val="dk2"/>
                </a:solidFill>
              </a:defRPr>
            </a:lvl3pPr>
            <a:lvl4pPr marL="1828800" lvl="3" indent="-2286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600"/>
              <a:buNone/>
              <a:defRPr b="1">
                <a:solidFill>
                  <a:schemeClr val="dk2"/>
                </a:solidFill>
              </a:defRPr>
            </a:lvl4pPr>
            <a:lvl5pPr marL="2286000" lvl="4" indent="-2286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600"/>
              <a:buNone/>
              <a:defRPr b="1">
                <a:solidFill>
                  <a:schemeClr val="dk2"/>
                </a:solidFill>
              </a:defRPr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199" name="Google Shape;199;p17"/>
          <p:cNvSpPr txBox="1">
            <a:spLocks noGrp="1"/>
          </p:cNvSpPr>
          <p:nvPr>
            <p:ph type="body" idx="15"/>
          </p:nvPr>
        </p:nvSpPr>
        <p:spPr>
          <a:xfrm>
            <a:off x="8114183" y="4813828"/>
            <a:ext cx="3079115" cy="75636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600"/>
              <a:buNone/>
              <a:defRPr sz="1600" b="0">
                <a:solidFill>
                  <a:schemeClr val="dk2"/>
                </a:solidFill>
              </a:defRPr>
            </a:lvl1pPr>
            <a:lvl2pPr marL="914400" lvl="1" indent="-2286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2000"/>
              <a:buNone/>
              <a:defRPr b="1">
                <a:solidFill>
                  <a:schemeClr val="dk2"/>
                </a:solidFill>
              </a:defRPr>
            </a:lvl2pPr>
            <a:lvl3pPr marL="1371600" lvl="2" indent="-2286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800"/>
              <a:buNone/>
              <a:defRPr b="1">
                <a:solidFill>
                  <a:schemeClr val="dk2"/>
                </a:solidFill>
              </a:defRPr>
            </a:lvl3pPr>
            <a:lvl4pPr marL="1828800" lvl="3" indent="-2286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600"/>
              <a:buNone/>
              <a:defRPr b="1">
                <a:solidFill>
                  <a:schemeClr val="dk2"/>
                </a:solidFill>
              </a:defRPr>
            </a:lvl4pPr>
            <a:lvl5pPr marL="2286000" lvl="4" indent="-2286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600"/>
              <a:buNone/>
              <a:defRPr b="1">
                <a:solidFill>
                  <a:schemeClr val="dk2"/>
                </a:solidFill>
              </a:defRPr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200" name="Google Shape;200;p17"/>
          <p:cNvSpPr txBox="1">
            <a:spLocks noGrp="1"/>
          </p:cNvSpPr>
          <p:nvPr>
            <p:ph type="dt" idx="10"/>
          </p:nvPr>
        </p:nvSpPr>
        <p:spPr>
          <a:xfrm>
            <a:off x="608139" y="6288723"/>
            <a:ext cx="877034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01" name="Google Shape;201;p17"/>
          <p:cNvSpPr txBox="1">
            <a:spLocks noGrp="1"/>
          </p:cNvSpPr>
          <p:nvPr>
            <p:ph type="ftr" idx="11"/>
          </p:nvPr>
        </p:nvSpPr>
        <p:spPr>
          <a:xfrm>
            <a:off x="1554340" y="6288722"/>
            <a:ext cx="8081444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02" name="Google Shape;202;p17"/>
          <p:cNvSpPr txBox="1">
            <a:spLocks noGrp="1"/>
          </p:cNvSpPr>
          <p:nvPr>
            <p:ph type="sldNum" idx="12"/>
          </p:nvPr>
        </p:nvSpPr>
        <p:spPr>
          <a:xfrm>
            <a:off x="9704951" y="6288721"/>
            <a:ext cx="454208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l">
              <a:spcBef>
                <a:spcPts val="0"/>
              </a:spcBef>
              <a:buNone/>
              <a:defRPr/>
            </a:lvl1pPr>
            <a:lvl2pPr marL="0" lvl="1" indent="0" algn="l">
              <a:spcBef>
                <a:spcPts val="0"/>
              </a:spcBef>
              <a:buNone/>
              <a:defRPr/>
            </a:lvl2pPr>
            <a:lvl3pPr marL="0" lvl="2" indent="0" algn="l">
              <a:spcBef>
                <a:spcPts val="0"/>
              </a:spcBef>
              <a:buNone/>
              <a:defRPr/>
            </a:lvl3pPr>
            <a:lvl4pPr marL="0" lvl="3" indent="0" algn="l">
              <a:spcBef>
                <a:spcPts val="0"/>
              </a:spcBef>
              <a:buNone/>
              <a:defRPr/>
            </a:lvl4pPr>
            <a:lvl5pPr marL="0" lvl="4" indent="0" algn="l">
              <a:spcBef>
                <a:spcPts val="0"/>
              </a:spcBef>
              <a:buNone/>
              <a:defRPr/>
            </a:lvl5pPr>
            <a:lvl6pPr marL="0" lvl="5" indent="0" algn="l">
              <a:spcBef>
                <a:spcPts val="0"/>
              </a:spcBef>
              <a:buNone/>
              <a:defRPr/>
            </a:lvl6pPr>
            <a:lvl7pPr marL="0" lvl="6" indent="0" algn="l">
              <a:spcBef>
                <a:spcPts val="0"/>
              </a:spcBef>
              <a:buNone/>
              <a:defRPr/>
            </a:lvl7pPr>
            <a:lvl8pPr marL="0" lvl="7" indent="0" algn="l">
              <a:spcBef>
                <a:spcPts val="0"/>
              </a:spcBef>
              <a:buNone/>
              <a:defRPr/>
            </a:lvl8pPr>
            <a:lvl9pPr marL="0" lvl="8" indent="0" algn="l">
              <a:spcBef>
                <a:spcPts val="0"/>
              </a:spcBef>
              <a:buNone/>
              <a:defRPr/>
            </a:lvl9pPr>
          </a:lstStyle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Intro - Large Team">
  <p:cSld name="Intro - Large Team">
    <p:spTree>
      <p:nvGrpSpPr>
        <p:cNvPr id="1" name="Shape 2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4" name="Google Shape;204;p18"/>
          <p:cNvPicPr preferRelativeResize="0">
            <a:picLocks noGrp="1"/>
          </p:cNvPicPr>
          <p:nvPr>
            <p:ph type="pic" idx="2"/>
          </p:nvPr>
        </p:nvPicPr>
        <p:blipFill/>
        <p:spPr>
          <a:xfrm>
            <a:off x="956376" y="1896429"/>
            <a:ext cx="1143502" cy="1108709"/>
          </a:xfrm>
          <a:prstGeom prst="ellipse">
            <a:avLst/>
          </a:prstGeom>
          <a:blipFill rotWithShape="1">
            <a:blip r:embed="rId2">
              <a:alphaModFix/>
            </a:blip>
            <a:stretch>
              <a:fillRect/>
            </a:stretch>
          </a:blipFill>
          <a:ln>
            <a:noFill/>
          </a:ln>
        </p:spPr>
      </p:pic>
      <p:sp>
        <p:nvSpPr>
          <p:cNvPr id="205" name="Google Shape;205;p18"/>
          <p:cNvSpPr txBox="1">
            <a:spLocks noGrp="1"/>
          </p:cNvSpPr>
          <p:nvPr>
            <p:ph type="body" idx="1"/>
          </p:nvPr>
        </p:nvSpPr>
        <p:spPr>
          <a:xfrm>
            <a:off x="669290" y="3030495"/>
            <a:ext cx="1717675" cy="53344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ctr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600"/>
              <a:buNone/>
              <a:defRPr sz="1600" b="1">
                <a:solidFill>
                  <a:schemeClr val="dk2"/>
                </a:solidFill>
              </a:defRPr>
            </a:lvl1pPr>
            <a:lvl2pPr marL="914400" lvl="1" indent="-2286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2000"/>
              <a:buNone/>
              <a:defRPr b="1">
                <a:solidFill>
                  <a:schemeClr val="dk2"/>
                </a:solidFill>
              </a:defRPr>
            </a:lvl2pPr>
            <a:lvl3pPr marL="1371600" lvl="2" indent="-2286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800"/>
              <a:buNone/>
              <a:defRPr b="1">
                <a:solidFill>
                  <a:schemeClr val="dk2"/>
                </a:solidFill>
              </a:defRPr>
            </a:lvl3pPr>
            <a:lvl4pPr marL="1828800" lvl="3" indent="-2286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600"/>
              <a:buNone/>
              <a:defRPr b="1">
                <a:solidFill>
                  <a:schemeClr val="dk2"/>
                </a:solidFill>
              </a:defRPr>
            </a:lvl4pPr>
            <a:lvl5pPr marL="2286000" lvl="4" indent="-2286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600"/>
              <a:buNone/>
              <a:defRPr b="1">
                <a:solidFill>
                  <a:schemeClr val="dk2"/>
                </a:solidFill>
              </a:defRPr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206" name="Google Shape;206;p18"/>
          <p:cNvSpPr txBox="1">
            <a:spLocks noGrp="1"/>
          </p:cNvSpPr>
          <p:nvPr>
            <p:ph type="body" idx="3"/>
          </p:nvPr>
        </p:nvSpPr>
        <p:spPr>
          <a:xfrm>
            <a:off x="669290" y="3589294"/>
            <a:ext cx="1717675" cy="44986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ctr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200"/>
              <a:buNone/>
              <a:defRPr sz="1200" b="0">
                <a:solidFill>
                  <a:schemeClr val="dk2"/>
                </a:solidFill>
              </a:defRPr>
            </a:lvl1pPr>
            <a:lvl2pPr marL="914400" lvl="1" indent="-2286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2000"/>
              <a:buNone/>
              <a:defRPr b="1">
                <a:solidFill>
                  <a:schemeClr val="dk2"/>
                </a:solidFill>
              </a:defRPr>
            </a:lvl2pPr>
            <a:lvl3pPr marL="1371600" lvl="2" indent="-2286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800"/>
              <a:buNone/>
              <a:defRPr b="1">
                <a:solidFill>
                  <a:schemeClr val="dk2"/>
                </a:solidFill>
              </a:defRPr>
            </a:lvl3pPr>
            <a:lvl4pPr marL="1828800" lvl="3" indent="-2286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600"/>
              <a:buNone/>
              <a:defRPr b="1">
                <a:solidFill>
                  <a:schemeClr val="dk2"/>
                </a:solidFill>
              </a:defRPr>
            </a:lvl4pPr>
            <a:lvl5pPr marL="2286000" lvl="4" indent="-2286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600"/>
              <a:buNone/>
              <a:defRPr b="1">
                <a:solidFill>
                  <a:schemeClr val="dk2"/>
                </a:solidFill>
              </a:defRPr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207" name="Google Shape;207;p18"/>
          <p:cNvSpPr txBox="1">
            <a:spLocks noGrp="1"/>
          </p:cNvSpPr>
          <p:nvPr>
            <p:ph type="dt" idx="10"/>
          </p:nvPr>
        </p:nvSpPr>
        <p:spPr>
          <a:xfrm>
            <a:off x="608139" y="6288723"/>
            <a:ext cx="877034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08" name="Google Shape;208;p18"/>
          <p:cNvSpPr txBox="1">
            <a:spLocks noGrp="1"/>
          </p:cNvSpPr>
          <p:nvPr>
            <p:ph type="ftr" idx="11"/>
          </p:nvPr>
        </p:nvSpPr>
        <p:spPr>
          <a:xfrm>
            <a:off x="1554340" y="6288722"/>
            <a:ext cx="8081444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09" name="Google Shape;209;p18"/>
          <p:cNvSpPr txBox="1">
            <a:spLocks noGrp="1"/>
          </p:cNvSpPr>
          <p:nvPr>
            <p:ph type="sldNum" idx="12"/>
          </p:nvPr>
        </p:nvSpPr>
        <p:spPr>
          <a:xfrm>
            <a:off x="9704951" y="6288721"/>
            <a:ext cx="454208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l">
              <a:spcBef>
                <a:spcPts val="0"/>
              </a:spcBef>
              <a:buNone/>
              <a:defRPr/>
            </a:lvl1pPr>
            <a:lvl2pPr marL="0" lvl="1" indent="0" algn="l">
              <a:spcBef>
                <a:spcPts val="0"/>
              </a:spcBef>
              <a:buNone/>
              <a:defRPr/>
            </a:lvl2pPr>
            <a:lvl3pPr marL="0" lvl="2" indent="0" algn="l">
              <a:spcBef>
                <a:spcPts val="0"/>
              </a:spcBef>
              <a:buNone/>
              <a:defRPr/>
            </a:lvl3pPr>
            <a:lvl4pPr marL="0" lvl="3" indent="0" algn="l">
              <a:spcBef>
                <a:spcPts val="0"/>
              </a:spcBef>
              <a:buNone/>
              <a:defRPr/>
            </a:lvl4pPr>
            <a:lvl5pPr marL="0" lvl="4" indent="0" algn="l">
              <a:spcBef>
                <a:spcPts val="0"/>
              </a:spcBef>
              <a:buNone/>
              <a:defRPr/>
            </a:lvl5pPr>
            <a:lvl6pPr marL="0" lvl="5" indent="0" algn="l">
              <a:spcBef>
                <a:spcPts val="0"/>
              </a:spcBef>
              <a:buNone/>
              <a:defRPr/>
            </a:lvl6pPr>
            <a:lvl7pPr marL="0" lvl="6" indent="0" algn="l">
              <a:spcBef>
                <a:spcPts val="0"/>
              </a:spcBef>
              <a:buNone/>
              <a:defRPr/>
            </a:lvl7pPr>
            <a:lvl8pPr marL="0" lvl="7" indent="0" algn="l">
              <a:spcBef>
                <a:spcPts val="0"/>
              </a:spcBef>
              <a:buNone/>
              <a:defRPr/>
            </a:lvl8pPr>
            <a:lvl9pPr marL="0" lvl="8" indent="0" algn="l">
              <a:spcBef>
                <a:spcPts val="0"/>
              </a:spcBef>
              <a:buNone/>
              <a:defRPr/>
            </a:lvl9pPr>
          </a:lstStyle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210" name="Google Shape;210;p18"/>
          <p:cNvSpPr txBox="1">
            <a:spLocks noGrp="1"/>
          </p:cNvSpPr>
          <p:nvPr>
            <p:ph type="title"/>
          </p:nvPr>
        </p:nvSpPr>
        <p:spPr>
          <a:xfrm>
            <a:off x="608138" y="365125"/>
            <a:ext cx="10972800" cy="82883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600"/>
              <a:buFont typeface="Play"/>
              <a:buNone/>
              <a:defRPr sz="36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pic>
        <p:nvPicPr>
          <p:cNvPr id="211" name="Google Shape;211;p18"/>
          <p:cNvPicPr preferRelativeResize="0">
            <a:picLocks noGrp="1"/>
          </p:cNvPicPr>
          <p:nvPr>
            <p:ph type="pic" idx="4"/>
          </p:nvPr>
        </p:nvPicPr>
        <p:blipFill/>
        <p:spPr>
          <a:xfrm>
            <a:off x="3165026" y="1896429"/>
            <a:ext cx="1143502" cy="1108709"/>
          </a:xfrm>
          <a:prstGeom prst="ellipse">
            <a:avLst/>
          </a:prstGeom>
          <a:blipFill rotWithShape="1">
            <a:blip r:embed="rId2">
              <a:alphaModFix/>
            </a:blip>
            <a:stretch>
              <a:fillRect/>
            </a:stretch>
          </a:blipFill>
          <a:ln>
            <a:noFill/>
          </a:ln>
        </p:spPr>
      </p:pic>
      <p:sp>
        <p:nvSpPr>
          <p:cNvPr id="212" name="Google Shape;212;p18"/>
          <p:cNvSpPr txBox="1">
            <a:spLocks noGrp="1"/>
          </p:cNvSpPr>
          <p:nvPr>
            <p:ph type="body" idx="5"/>
          </p:nvPr>
        </p:nvSpPr>
        <p:spPr>
          <a:xfrm>
            <a:off x="2881455" y="3030495"/>
            <a:ext cx="1717675" cy="53344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ctr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600"/>
              <a:buNone/>
              <a:defRPr sz="1600" b="1">
                <a:solidFill>
                  <a:schemeClr val="dk2"/>
                </a:solidFill>
              </a:defRPr>
            </a:lvl1pPr>
            <a:lvl2pPr marL="914400" lvl="1" indent="-2286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2000"/>
              <a:buNone/>
              <a:defRPr b="1">
                <a:solidFill>
                  <a:schemeClr val="dk2"/>
                </a:solidFill>
              </a:defRPr>
            </a:lvl2pPr>
            <a:lvl3pPr marL="1371600" lvl="2" indent="-2286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800"/>
              <a:buNone/>
              <a:defRPr b="1">
                <a:solidFill>
                  <a:schemeClr val="dk2"/>
                </a:solidFill>
              </a:defRPr>
            </a:lvl3pPr>
            <a:lvl4pPr marL="1828800" lvl="3" indent="-2286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600"/>
              <a:buNone/>
              <a:defRPr b="1">
                <a:solidFill>
                  <a:schemeClr val="dk2"/>
                </a:solidFill>
              </a:defRPr>
            </a:lvl4pPr>
            <a:lvl5pPr marL="2286000" lvl="4" indent="-2286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600"/>
              <a:buNone/>
              <a:defRPr b="1">
                <a:solidFill>
                  <a:schemeClr val="dk2"/>
                </a:solidFill>
              </a:defRPr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213" name="Google Shape;213;p18"/>
          <p:cNvSpPr txBox="1">
            <a:spLocks noGrp="1"/>
          </p:cNvSpPr>
          <p:nvPr>
            <p:ph type="body" idx="6"/>
          </p:nvPr>
        </p:nvSpPr>
        <p:spPr>
          <a:xfrm>
            <a:off x="2881455" y="3589294"/>
            <a:ext cx="1717675" cy="44986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ctr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200"/>
              <a:buNone/>
              <a:defRPr sz="1200" b="0">
                <a:solidFill>
                  <a:schemeClr val="dk2"/>
                </a:solidFill>
              </a:defRPr>
            </a:lvl1pPr>
            <a:lvl2pPr marL="914400" lvl="1" indent="-2286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2000"/>
              <a:buNone/>
              <a:defRPr b="1">
                <a:solidFill>
                  <a:schemeClr val="dk2"/>
                </a:solidFill>
              </a:defRPr>
            </a:lvl2pPr>
            <a:lvl3pPr marL="1371600" lvl="2" indent="-2286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800"/>
              <a:buNone/>
              <a:defRPr b="1">
                <a:solidFill>
                  <a:schemeClr val="dk2"/>
                </a:solidFill>
              </a:defRPr>
            </a:lvl3pPr>
            <a:lvl4pPr marL="1828800" lvl="3" indent="-2286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600"/>
              <a:buNone/>
              <a:defRPr b="1">
                <a:solidFill>
                  <a:schemeClr val="dk2"/>
                </a:solidFill>
              </a:defRPr>
            </a:lvl4pPr>
            <a:lvl5pPr marL="2286000" lvl="4" indent="-2286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600"/>
              <a:buNone/>
              <a:defRPr b="1">
                <a:solidFill>
                  <a:schemeClr val="dk2"/>
                </a:solidFill>
              </a:defRPr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pic>
        <p:nvPicPr>
          <p:cNvPr id="214" name="Google Shape;214;p18"/>
          <p:cNvPicPr preferRelativeResize="0">
            <a:picLocks noGrp="1"/>
          </p:cNvPicPr>
          <p:nvPr>
            <p:ph type="pic" idx="7"/>
          </p:nvPr>
        </p:nvPicPr>
        <p:blipFill/>
        <p:spPr>
          <a:xfrm>
            <a:off x="5373676" y="1896429"/>
            <a:ext cx="1143502" cy="1108709"/>
          </a:xfrm>
          <a:prstGeom prst="ellipse">
            <a:avLst/>
          </a:prstGeom>
          <a:blipFill rotWithShape="1">
            <a:blip r:embed="rId2">
              <a:alphaModFix/>
            </a:blip>
            <a:stretch>
              <a:fillRect/>
            </a:stretch>
          </a:blipFill>
          <a:ln>
            <a:noFill/>
          </a:ln>
        </p:spPr>
      </p:pic>
      <p:sp>
        <p:nvSpPr>
          <p:cNvPr id="215" name="Google Shape;215;p18"/>
          <p:cNvSpPr txBox="1">
            <a:spLocks noGrp="1"/>
          </p:cNvSpPr>
          <p:nvPr>
            <p:ph type="body" idx="8"/>
          </p:nvPr>
        </p:nvSpPr>
        <p:spPr>
          <a:xfrm>
            <a:off x="5093620" y="3030495"/>
            <a:ext cx="1717675" cy="53344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ctr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600"/>
              <a:buNone/>
              <a:defRPr sz="1600" b="1">
                <a:solidFill>
                  <a:schemeClr val="dk2"/>
                </a:solidFill>
              </a:defRPr>
            </a:lvl1pPr>
            <a:lvl2pPr marL="914400" lvl="1" indent="-2286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2000"/>
              <a:buNone/>
              <a:defRPr b="1">
                <a:solidFill>
                  <a:schemeClr val="dk2"/>
                </a:solidFill>
              </a:defRPr>
            </a:lvl2pPr>
            <a:lvl3pPr marL="1371600" lvl="2" indent="-2286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800"/>
              <a:buNone/>
              <a:defRPr b="1">
                <a:solidFill>
                  <a:schemeClr val="dk2"/>
                </a:solidFill>
              </a:defRPr>
            </a:lvl3pPr>
            <a:lvl4pPr marL="1828800" lvl="3" indent="-2286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600"/>
              <a:buNone/>
              <a:defRPr b="1">
                <a:solidFill>
                  <a:schemeClr val="dk2"/>
                </a:solidFill>
              </a:defRPr>
            </a:lvl4pPr>
            <a:lvl5pPr marL="2286000" lvl="4" indent="-2286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600"/>
              <a:buNone/>
              <a:defRPr b="1">
                <a:solidFill>
                  <a:schemeClr val="dk2"/>
                </a:solidFill>
              </a:defRPr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216" name="Google Shape;216;p18"/>
          <p:cNvSpPr txBox="1">
            <a:spLocks noGrp="1"/>
          </p:cNvSpPr>
          <p:nvPr>
            <p:ph type="body" idx="9"/>
          </p:nvPr>
        </p:nvSpPr>
        <p:spPr>
          <a:xfrm>
            <a:off x="5093620" y="3589294"/>
            <a:ext cx="1717675" cy="44986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ctr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200"/>
              <a:buNone/>
              <a:defRPr sz="1200" b="0">
                <a:solidFill>
                  <a:schemeClr val="dk2"/>
                </a:solidFill>
              </a:defRPr>
            </a:lvl1pPr>
            <a:lvl2pPr marL="914400" lvl="1" indent="-2286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2000"/>
              <a:buNone/>
              <a:defRPr b="1">
                <a:solidFill>
                  <a:schemeClr val="dk2"/>
                </a:solidFill>
              </a:defRPr>
            </a:lvl2pPr>
            <a:lvl3pPr marL="1371600" lvl="2" indent="-2286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800"/>
              <a:buNone/>
              <a:defRPr b="1">
                <a:solidFill>
                  <a:schemeClr val="dk2"/>
                </a:solidFill>
              </a:defRPr>
            </a:lvl3pPr>
            <a:lvl4pPr marL="1828800" lvl="3" indent="-2286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600"/>
              <a:buNone/>
              <a:defRPr b="1">
                <a:solidFill>
                  <a:schemeClr val="dk2"/>
                </a:solidFill>
              </a:defRPr>
            </a:lvl4pPr>
            <a:lvl5pPr marL="2286000" lvl="4" indent="-2286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600"/>
              <a:buNone/>
              <a:defRPr b="1">
                <a:solidFill>
                  <a:schemeClr val="dk2"/>
                </a:solidFill>
              </a:defRPr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pic>
        <p:nvPicPr>
          <p:cNvPr id="217" name="Google Shape;217;p18"/>
          <p:cNvPicPr preferRelativeResize="0">
            <a:picLocks noGrp="1"/>
          </p:cNvPicPr>
          <p:nvPr>
            <p:ph type="pic" idx="13"/>
          </p:nvPr>
        </p:nvPicPr>
        <p:blipFill/>
        <p:spPr>
          <a:xfrm>
            <a:off x="7582326" y="1896429"/>
            <a:ext cx="1143502" cy="1108709"/>
          </a:xfrm>
          <a:prstGeom prst="ellipse">
            <a:avLst/>
          </a:prstGeom>
          <a:blipFill rotWithShape="1">
            <a:blip r:embed="rId2">
              <a:alphaModFix/>
            </a:blip>
            <a:stretch>
              <a:fillRect/>
            </a:stretch>
          </a:blipFill>
          <a:ln>
            <a:noFill/>
          </a:ln>
        </p:spPr>
      </p:pic>
      <p:sp>
        <p:nvSpPr>
          <p:cNvPr id="218" name="Google Shape;218;p18"/>
          <p:cNvSpPr txBox="1">
            <a:spLocks noGrp="1"/>
          </p:cNvSpPr>
          <p:nvPr>
            <p:ph type="body" idx="14"/>
          </p:nvPr>
        </p:nvSpPr>
        <p:spPr>
          <a:xfrm>
            <a:off x="7305785" y="3030495"/>
            <a:ext cx="1717675" cy="53344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ctr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600"/>
              <a:buNone/>
              <a:defRPr sz="1600" b="1">
                <a:solidFill>
                  <a:schemeClr val="dk2"/>
                </a:solidFill>
              </a:defRPr>
            </a:lvl1pPr>
            <a:lvl2pPr marL="914400" lvl="1" indent="-2286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2000"/>
              <a:buNone/>
              <a:defRPr b="1">
                <a:solidFill>
                  <a:schemeClr val="dk2"/>
                </a:solidFill>
              </a:defRPr>
            </a:lvl2pPr>
            <a:lvl3pPr marL="1371600" lvl="2" indent="-2286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800"/>
              <a:buNone/>
              <a:defRPr b="1">
                <a:solidFill>
                  <a:schemeClr val="dk2"/>
                </a:solidFill>
              </a:defRPr>
            </a:lvl3pPr>
            <a:lvl4pPr marL="1828800" lvl="3" indent="-2286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600"/>
              <a:buNone/>
              <a:defRPr b="1">
                <a:solidFill>
                  <a:schemeClr val="dk2"/>
                </a:solidFill>
              </a:defRPr>
            </a:lvl4pPr>
            <a:lvl5pPr marL="2286000" lvl="4" indent="-2286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600"/>
              <a:buNone/>
              <a:defRPr b="1">
                <a:solidFill>
                  <a:schemeClr val="dk2"/>
                </a:solidFill>
              </a:defRPr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219" name="Google Shape;219;p18"/>
          <p:cNvSpPr txBox="1">
            <a:spLocks noGrp="1"/>
          </p:cNvSpPr>
          <p:nvPr>
            <p:ph type="body" idx="15"/>
          </p:nvPr>
        </p:nvSpPr>
        <p:spPr>
          <a:xfrm>
            <a:off x="7305785" y="3589294"/>
            <a:ext cx="1717675" cy="44986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ctr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200"/>
              <a:buNone/>
              <a:defRPr sz="1200" b="0">
                <a:solidFill>
                  <a:schemeClr val="dk2"/>
                </a:solidFill>
              </a:defRPr>
            </a:lvl1pPr>
            <a:lvl2pPr marL="914400" lvl="1" indent="-2286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2000"/>
              <a:buNone/>
              <a:defRPr b="1">
                <a:solidFill>
                  <a:schemeClr val="dk2"/>
                </a:solidFill>
              </a:defRPr>
            </a:lvl2pPr>
            <a:lvl3pPr marL="1371600" lvl="2" indent="-2286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800"/>
              <a:buNone/>
              <a:defRPr b="1">
                <a:solidFill>
                  <a:schemeClr val="dk2"/>
                </a:solidFill>
              </a:defRPr>
            </a:lvl3pPr>
            <a:lvl4pPr marL="1828800" lvl="3" indent="-2286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600"/>
              <a:buNone/>
              <a:defRPr b="1">
                <a:solidFill>
                  <a:schemeClr val="dk2"/>
                </a:solidFill>
              </a:defRPr>
            </a:lvl4pPr>
            <a:lvl5pPr marL="2286000" lvl="4" indent="-2286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600"/>
              <a:buNone/>
              <a:defRPr b="1">
                <a:solidFill>
                  <a:schemeClr val="dk2"/>
                </a:solidFill>
              </a:defRPr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pic>
        <p:nvPicPr>
          <p:cNvPr id="220" name="Google Shape;220;p18"/>
          <p:cNvPicPr preferRelativeResize="0">
            <a:picLocks noGrp="1"/>
          </p:cNvPicPr>
          <p:nvPr>
            <p:ph type="pic" idx="16"/>
          </p:nvPr>
        </p:nvPicPr>
        <p:blipFill/>
        <p:spPr>
          <a:xfrm>
            <a:off x="9790976" y="1896429"/>
            <a:ext cx="1143502" cy="1108709"/>
          </a:xfrm>
          <a:prstGeom prst="ellipse">
            <a:avLst/>
          </a:prstGeom>
          <a:blipFill rotWithShape="1">
            <a:blip r:embed="rId2">
              <a:alphaModFix/>
            </a:blip>
            <a:stretch>
              <a:fillRect/>
            </a:stretch>
          </a:blipFill>
          <a:ln>
            <a:noFill/>
          </a:ln>
        </p:spPr>
      </p:pic>
      <p:sp>
        <p:nvSpPr>
          <p:cNvPr id="221" name="Google Shape;221;p18"/>
          <p:cNvSpPr txBox="1">
            <a:spLocks noGrp="1"/>
          </p:cNvSpPr>
          <p:nvPr>
            <p:ph type="body" idx="17"/>
          </p:nvPr>
        </p:nvSpPr>
        <p:spPr>
          <a:xfrm>
            <a:off x="9517949" y="3030495"/>
            <a:ext cx="1717675" cy="53344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ctr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600"/>
              <a:buNone/>
              <a:defRPr sz="1600" b="1">
                <a:solidFill>
                  <a:schemeClr val="dk2"/>
                </a:solidFill>
              </a:defRPr>
            </a:lvl1pPr>
            <a:lvl2pPr marL="914400" lvl="1" indent="-2286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2000"/>
              <a:buNone/>
              <a:defRPr b="1">
                <a:solidFill>
                  <a:schemeClr val="dk2"/>
                </a:solidFill>
              </a:defRPr>
            </a:lvl2pPr>
            <a:lvl3pPr marL="1371600" lvl="2" indent="-2286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800"/>
              <a:buNone/>
              <a:defRPr b="1">
                <a:solidFill>
                  <a:schemeClr val="dk2"/>
                </a:solidFill>
              </a:defRPr>
            </a:lvl3pPr>
            <a:lvl4pPr marL="1828800" lvl="3" indent="-2286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600"/>
              <a:buNone/>
              <a:defRPr b="1">
                <a:solidFill>
                  <a:schemeClr val="dk2"/>
                </a:solidFill>
              </a:defRPr>
            </a:lvl4pPr>
            <a:lvl5pPr marL="2286000" lvl="4" indent="-2286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600"/>
              <a:buNone/>
              <a:defRPr b="1">
                <a:solidFill>
                  <a:schemeClr val="dk2"/>
                </a:solidFill>
              </a:defRPr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222" name="Google Shape;222;p18"/>
          <p:cNvSpPr txBox="1">
            <a:spLocks noGrp="1"/>
          </p:cNvSpPr>
          <p:nvPr>
            <p:ph type="body" idx="18"/>
          </p:nvPr>
        </p:nvSpPr>
        <p:spPr>
          <a:xfrm>
            <a:off x="9517949" y="3589294"/>
            <a:ext cx="1717675" cy="44986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ctr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200"/>
              <a:buNone/>
              <a:defRPr sz="1200" b="0">
                <a:solidFill>
                  <a:schemeClr val="dk2"/>
                </a:solidFill>
              </a:defRPr>
            </a:lvl1pPr>
            <a:lvl2pPr marL="914400" lvl="1" indent="-2286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2000"/>
              <a:buNone/>
              <a:defRPr b="1">
                <a:solidFill>
                  <a:schemeClr val="dk2"/>
                </a:solidFill>
              </a:defRPr>
            </a:lvl2pPr>
            <a:lvl3pPr marL="1371600" lvl="2" indent="-2286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800"/>
              <a:buNone/>
              <a:defRPr b="1">
                <a:solidFill>
                  <a:schemeClr val="dk2"/>
                </a:solidFill>
              </a:defRPr>
            </a:lvl3pPr>
            <a:lvl4pPr marL="1828800" lvl="3" indent="-2286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600"/>
              <a:buNone/>
              <a:defRPr b="1">
                <a:solidFill>
                  <a:schemeClr val="dk2"/>
                </a:solidFill>
              </a:defRPr>
            </a:lvl4pPr>
            <a:lvl5pPr marL="2286000" lvl="4" indent="-2286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600"/>
              <a:buNone/>
              <a:defRPr b="1">
                <a:solidFill>
                  <a:schemeClr val="dk2"/>
                </a:solidFill>
              </a:defRPr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pic>
        <p:nvPicPr>
          <p:cNvPr id="223" name="Google Shape;223;p18"/>
          <p:cNvPicPr preferRelativeResize="0">
            <a:picLocks noGrp="1"/>
          </p:cNvPicPr>
          <p:nvPr>
            <p:ph type="pic" idx="19"/>
          </p:nvPr>
        </p:nvPicPr>
        <p:blipFill/>
        <p:spPr>
          <a:xfrm>
            <a:off x="2060701" y="3854964"/>
            <a:ext cx="1143502" cy="1108709"/>
          </a:xfrm>
          <a:prstGeom prst="ellipse">
            <a:avLst/>
          </a:prstGeom>
          <a:blipFill rotWithShape="1">
            <a:blip r:embed="rId2">
              <a:alphaModFix/>
            </a:blip>
            <a:stretch>
              <a:fillRect/>
            </a:stretch>
          </a:blipFill>
          <a:ln>
            <a:noFill/>
          </a:ln>
        </p:spPr>
      </p:pic>
      <p:sp>
        <p:nvSpPr>
          <p:cNvPr id="224" name="Google Shape;224;p18"/>
          <p:cNvSpPr txBox="1">
            <a:spLocks noGrp="1"/>
          </p:cNvSpPr>
          <p:nvPr>
            <p:ph type="body" idx="20"/>
          </p:nvPr>
        </p:nvSpPr>
        <p:spPr>
          <a:xfrm>
            <a:off x="1775373" y="4989030"/>
            <a:ext cx="1717675" cy="53344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ctr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600"/>
              <a:buNone/>
              <a:defRPr sz="1600" b="1">
                <a:solidFill>
                  <a:schemeClr val="dk2"/>
                </a:solidFill>
              </a:defRPr>
            </a:lvl1pPr>
            <a:lvl2pPr marL="914400" lvl="1" indent="-2286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2000"/>
              <a:buNone/>
              <a:defRPr b="1">
                <a:solidFill>
                  <a:schemeClr val="dk2"/>
                </a:solidFill>
              </a:defRPr>
            </a:lvl2pPr>
            <a:lvl3pPr marL="1371600" lvl="2" indent="-2286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800"/>
              <a:buNone/>
              <a:defRPr b="1">
                <a:solidFill>
                  <a:schemeClr val="dk2"/>
                </a:solidFill>
              </a:defRPr>
            </a:lvl3pPr>
            <a:lvl4pPr marL="1828800" lvl="3" indent="-2286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600"/>
              <a:buNone/>
              <a:defRPr b="1">
                <a:solidFill>
                  <a:schemeClr val="dk2"/>
                </a:solidFill>
              </a:defRPr>
            </a:lvl4pPr>
            <a:lvl5pPr marL="2286000" lvl="4" indent="-2286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600"/>
              <a:buNone/>
              <a:defRPr b="1">
                <a:solidFill>
                  <a:schemeClr val="dk2"/>
                </a:solidFill>
              </a:defRPr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225" name="Google Shape;225;p18"/>
          <p:cNvSpPr txBox="1">
            <a:spLocks noGrp="1"/>
          </p:cNvSpPr>
          <p:nvPr>
            <p:ph type="body" idx="21"/>
          </p:nvPr>
        </p:nvSpPr>
        <p:spPr>
          <a:xfrm>
            <a:off x="1775373" y="5547829"/>
            <a:ext cx="1717675" cy="44986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ctr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200"/>
              <a:buNone/>
              <a:defRPr sz="1200" b="0">
                <a:solidFill>
                  <a:schemeClr val="dk2"/>
                </a:solidFill>
              </a:defRPr>
            </a:lvl1pPr>
            <a:lvl2pPr marL="914400" lvl="1" indent="-2286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2000"/>
              <a:buNone/>
              <a:defRPr b="1">
                <a:solidFill>
                  <a:schemeClr val="dk2"/>
                </a:solidFill>
              </a:defRPr>
            </a:lvl2pPr>
            <a:lvl3pPr marL="1371600" lvl="2" indent="-2286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800"/>
              <a:buNone/>
              <a:defRPr b="1">
                <a:solidFill>
                  <a:schemeClr val="dk2"/>
                </a:solidFill>
              </a:defRPr>
            </a:lvl3pPr>
            <a:lvl4pPr marL="1828800" lvl="3" indent="-2286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600"/>
              <a:buNone/>
              <a:defRPr b="1">
                <a:solidFill>
                  <a:schemeClr val="dk2"/>
                </a:solidFill>
              </a:defRPr>
            </a:lvl4pPr>
            <a:lvl5pPr marL="2286000" lvl="4" indent="-2286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600"/>
              <a:buNone/>
              <a:defRPr b="1">
                <a:solidFill>
                  <a:schemeClr val="dk2"/>
                </a:solidFill>
              </a:defRPr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pic>
        <p:nvPicPr>
          <p:cNvPr id="226" name="Google Shape;226;p18"/>
          <p:cNvPicPr preferRelativeResize="0">
            <a:picLocks noGrp="1"/>
          </p:cNvPicPr>
          <p:nvPr>
            <p:ph type="pic" idx="22"/>
          </p:nvPr>
        </p:nvPicPr>
        <p:blipFill/>
        <p:spPr>
          <a:xfrm>
            <a:off x="4269351" y="3854964"/>
            <a:ext cx="1143502" cy="1108709"/>
          </a:xfrm>
          <a:prstGeom prst="ellipse">
            <a:avLst/>
          </a:prstGeom>
          <a:blipFill rotWithShape="1">
            <a:blip r:embed="rId2">
              <a:alphaModFix/>
            </a:blip>
            <a:stretch>
              <a:fillRect/>
            </a:stretch>
          </a:blipFill>
          <a:ln>
            <a:noFill/>
          </a:ln>
        </p:spPr>
      </p:pic>
      <p:sp>
        <p:nvSpPr>
          <p:cNvPr id="227" name="Google Shape;227;p18"/>
          <p:cNvSpPr txBox="1">
            <a:spLocks noGrp="1"/>
          </p:cNvSpPr>
          <p:nvPr>
            <p:ph type="body" idx="23"/>
          </p:nvPr>
        </p:nvSpPr>
        <p:spPr>
          <a:xfrm>
            <a:off x="3987538" y="4989030"/>
            <a:ext cx="1717675" cy="53344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ctr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600"/>
              <a:buNone/>
              <a:defRPr sz="1600" b="1">
                <a:solidFill>
                  <a:schemeClr val="dk2"/>
                </a:solidFill>
              </a:defRPr>
            </a:lvl1pPr>
            <a:lvl2pPr marL="914400" lvl="1" indent="-2286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2000"/>
              <a:buNone/>
              <a:defRPr b="1">
                <a:solidFill>
                  <a:schemeClr val="dk2"/>
                </a:solidFill>
              </a:defRPr>
            </a:lvl2pPr>
            <a:lvl3pPr marL="1371600" lvl="2" indent="-2286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800"/>
              <a:buNone/>
              <a:defRPr b="1">
                <a:solidFill>
                  <a:schemeClr val="dk2"/>
                </a:solidFill>
              </a:defRPr>
            </a:lvl3pPr>
            <a:lvl4pPr marL="1828800" lvl="3" indent="-2286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600"/>
              <a:buNone/>
              <a:defRPr b="1">
                <a:solidFill>
                  <a:schemeClr val="dk2"/>
                </a:solidFill>
              </a:defRPr>
            </a:lvl4pPr>
            <a:lvl5pPr marL="2286000" lvl="4" indent="-2286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600"/>
              <a:buNone/>
              <a:defRPr b="1">
                <a:solidFill>
                  <a:schemeClr val="dk2"/>
                </a:solidFill>
              </a:defRPr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228" name="Google Shape;228;p18"/>
          <p:cNvSpPr txBox="1">
            <a:spLocks noGrp="1"/>
          </p:cNvSpPr>
          <p:nvPr>
            <p:ph type="body" idx="24"/>
          </p:nvPr>
        </p:nvSpPr>
        <p:spPr>
          <a:xfrm>
            <a:off x="3987538" y="5547829"/>
            <a:ext cx="1717675" cy="44986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ctr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200"/>
              <a:buNone/>
              <a:defRPr sz="1200" b="0">
                <a:solidFill>
                  <a:schemeClr val="dk2"/>
                </a:solidFill>
              </a:defRPr>
            </a:lvl1pPr>
            <a:lvl2pPr marL="914400" lvl="1" indent="-2286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2000"/>
              <a:buNone/>
              <a:defRPr b="1">
                <a:solidFill>
                  <a:schemeClr val="dk2"/>
                </a:solidFill>
              </a:defRPr>
            </a:lvl2pPr>
            <a:lvl3pPr marL="1371600" lvl="2" indent="-2286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800"/>
              <a:buNone/>
              <a:defRPr b="1">
                <a:solidFill>
                  <a:schemeClr val="dk2"/>
                </a:solidFill>
              </a:defRPr>
            </a:lvl3pPr>
            <a:lvl4pPr marL="1828800" lvl="3" indent="-2286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600"/>
              <a:buNone/>
              <a:defRPr b="1">
                <a:solidFill>
                  <a:schemeClr val="dk2"/>
                </a:solidFill>
              </a:defRPr>
            </a:lvl4pPr>
            <a:lvl5pPr marL="2286000" lvl="4" indent="-2286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600"/>
              <a:buNone/>
              <a:defRPr b="1">
                <a:solidFill>
                  <a:schemeClr val="dk2"/>
                </a:solidFill>
              </a:defRPr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pic>
        <p:nvPicPr>
          <p:cNvPr id="229" name="Google Shape;229;p18"/>
          <p:cNvPicPr preferRelativeResize="0">
            <a:picLocks noGrp="1"/>
          </p:cNvPicPr>
          <p:nvPr>
            <p:ph type="pic" idx="25"/>
          </p:nvPr>
        </p:nvPicPr>
        <p:blipFill/>
        <p:spPr>
          <a:xfrm>
            <a:off x="6478001" y="3854964"/>
            <a:ext cx="1143502" cy="1108709"/>
          </a:xfrm>
          <a:prstGeom prst="ellipse">
            <a:avLst/>
          </a:prstGeom>
          <a:blipFill rotWithShape="1">
            <a:blip r:embed="rId2">
              <a:alphaModFix/>
            </a:blip>
            <a:stretch>
              <a:fillRect/>
            </a:stretch>
          </a:blipFill>
          <a:ln>
            <a:noFill/>
          </a:ln>
        </p:spPr>
      </p:pic>
      <p:sp>
        <p:nvSpPr>
          <p:cNvPr id="230" name="Google Shape;230;p18"/>
          <p:cNvSpPr txBox="1">
            <a:spLocks noGrp="1"/>
          </p:cNvSpPr>
          <p:nvPr>
            <p:ph type="body" idx="26"/>
          </p:nvPr>
        </p:nvSpPr>
        <p:spPr>
          <a:xfrm>
            <a:off x="6199703" y="4989030"/>
            <a:ext cx="1717675" cy="53344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ctr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600"/>
              <a:buNone/>
              <a:defRPr sz="1600" b="1">
                <a:solidFill>
                  <a:schemeClr val="dk2"/>
                </a:solidFill>
              </a:defRPr>
            </a:lvl1pPr>
            <a:lvl2pPr marL="914400" lvl="1" indent="-2286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2000"/>
              <a:buNone/>
              <a:defRPr b="1">
                <a:solidFill>
                  <a:schemeClr val="dk2"/>
                </a:solidFill>
              </a:defRPr>
            </a:lvl2pPr>
            <a:lvl3pPr marL="1371600" lvl="2" indent="-2286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800"/>
              <a:buNone/>
              <a:defRPr b="1">
                <a:solidFill>
                  <a:schemeClr val="dk2"/>
                </a:solidFill>
              </a:defRPr>
            </a:lvl3pPr>
            <a:lvl4pPr marL="1828800" lvl="3" indent="-2286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600"/>
              <a:buNone/>
              <a:defRPr b="1">
                <a:solidFill>
                  <a:schemeClr val="dk2"/>
                </a:solidFill>
              </a:defRPr>
            </a:lvl4pPr>
            <a:lvl5pPr marL="2286000" lvl="4" indent="-2286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600"/>
              <a:buNone/>
              <a:defRPr b="1">
                <a:solidFill>
                  <a:schemeClr val="dk2"/>
                </a:solidFill>
              </a:defRPr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231" name="Google Shape;231;p18"/>
          <p:cNvSpPr txBox="1">
            <a:spLocks noGrp="1"/>
          </p:cNvSpPr>
          <p:nvPr>
            <p:ph type="body" idx="27"/>
          </p:nvPr>
        </p:nvSpPr>
        <p:spPr>
          <a:xfrm>
            <a:off x="6199703" y="5547829"/>
            <a:ext cx="1717675" cy="44986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ctr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200"/>
              <a:buNone/>
              <a:defRPr sz="1200" b="0">
                <a:solidFill>
                  <a:schemeClr val="dk2"/>
                </a:solidFill>
              </a:defRPr>
            </a:lvl1pPr>
            <a:lvl2pPr marL="914400" lvl="1" indent="-2286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2000"/>
              <a:buNone/>
              <a:defRPr b="1">
                <a:solidFill>
                  <a:schemeClr val="dk2"/>
                </a:solidFill>
              </a:defRPr>
            </a:lvl2pPr>
            <a:lvl3pPr marL="1371600" lvl="2" indent="-2286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800"/>
              <a:buNone/>
              <a:defRPr b="1">
                <a:solidFill>
                  <a:schemeClr val="dk2"/>
                </a:solidFill>
              </a:defRPr>
            </a:lvl3pPr>
            <a:lvl4pPr marL="1828800" lvl="3" indent="-2286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600"/>
              <a:buNone/>
              <a:defRPr b="1">
                <a:solidFill>
                  <a:schemeClr val="dk2"/>
                </a:solidFill>
              </a:defRPr>
            </a:lvl4pPr>
            <a:lvl5pPr marL="2286000" lvl="4" indent="-2286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600"/>
              <a:buNone/>
              <a:defRPr b="1">
                <a:solidFill>
                  <a:schemeClr val="dk2"/>
                </a:solidFill>
              </a:defRPr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pic>
        <p:nvPicPr>
          <p:cNvPr id="232" name="Google Shape;232;p18"/>
          <p:cNvPicPr preferRelativeResize="0">
            <a:picLocks noGrp="1"/>
          </p:cNvPicPr>
          <p:nvPr>
            <p:ph type="pic" idx="28"/>
          </p:nvPr>
        </p:nvPicPr>
        <p:blipFill/>
        <p:spPr>
          <a:xfrm>
            <a:off x="8686651" y="3854964"/>
            <a:ext cx="1143502" cy="1108709"/>
          </a:xfrm>
          <a:prstGeom prst="ellipse">
            <a:avLst/>
          </a:prstGeom>
          <a:blipFill rotWithShape="1">
            <a:blip r:embed="rId2">
              <a:alphaModFix/>
            </a:blip>
            <a:stretch>
              <a:fillRect/>
            </a:stretch>
          </a:blipFill>
          <a:ln>
            <a:noFill/>
          </a:ln>
        </p:spPr>
      </p:pic>
      <p:sp>
        <p:nvSpPr>
          <p:cNvPr id="233" name="Google Shape;233;p18"/>
          <p:cNvSpPr txBox="1">
            <a:spLocks noGrp="1"/>
          </p:cNvSpPr>
          <p:nvPr>
            <p:ph type="body" idx="29"/>
          </p:nvPr>
        </p:nvSpPr>
        <p:spPr>
          <a:xfrm>
            <a:off x="8411867" y="4989030"/>
            <a:ext cx="1717675" cy="53344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ctr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600"/>
              <a:buNone/>
              <a:defRPr sz="1600" b="1">
                <a:solidFill>
                  <a:schemeClr val="dk2"/>
                </a:solidFill>
              </a:defRPr>
            </a:lvl1pPr>
            <a:lvl2pPr marL="914400" lvl="1" indent="-2286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2000"/>
              <a:buNone/>
              <a:defRPr b="1">
                <a:solidFill>
                  <a:schemeClr val="dk2"/>
                </a:solidFill>
              </a:defRPr>
            </a:lvl2pPr>
            <a:lvl3pPr marL="1371600" lvl="2" indent="-2286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800"/>
              <a:buNone/>
              <a:defRPr b="1">
                <a:solidFill>
                  <a:schemeClr val="dk2"/>
                </a:solidFill>
              </a:defRPr>
            </a:lvl3pPr>
            <a:lvl4pPr marL="1828800" lvl="3" indent="-2286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600"/>
              <a:buNone/>
              <a:defRPr b="1">
                <a:solidFill>
                  <a:schemeClr val="dk2"/>
                </a:solidFill>
              </a:defRPr>
            </a:lvl4pPr>
            <a:lvl5pPr marL="2286000" lvl="4" indent="-2286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600"/>
              <a:buNone/>
              <a:defRPr b="1">
                <a:solidFill>
                  <a:schemeClr val="dk2"/>
                </a:solidFill>
              </a:defRPr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234" name="Google Shape;234;p18"/>
          <p:cNvSpPr txBox="1">
            <a:spLocks noGrp="1"/>
          </p:cNvSpPr>
          <p:nvPr>
            <p:ph type="body" idx="30"/>
          </p:nvPr>
        </p:nvSpPr>
        <p:spPr>
          <a:xfrm>
            <a:off x="8411867" y="5547829"/>
            <a:ext cx="1717675" cy="44986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ctr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200"/>
              <a:buNone/>
              <a:defRPr sz="1200" b="0">
                <a:solidFill>
                  <a:schemeClr val="dk2"/>
                </a:solidFill>
              </a:defRPr>
            </a:lvl1pPr>
            <a:lvl2pPr marL="914400" lvl="1" indent="-2286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2000"/>
              <a:buNone/>
              <a:defRPr b="1">
                <a:solidFill>
                  <a:schemeClr val="dk2"/>
                </a:solidFill>
              </a:defRPr>
            </a:lvl2pPr>
            <a:lvl3pPr marL="1371600" lvl="2" indent="-2286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800"/>
              <a:buNone/>
              <a:defRPr b="1">
                <a:solidFill>
                  <a:schemeClr val="dk2"/>
                </a:solidFill>
              </a:defRPr>
            </a:lvl3pPr>
            <a:lvl4pPr marL="1828800" lvl="3" indent="-2286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600"/>
              <a:buNone/>
              <a:defRPr b="1">
                <a:solidFill>
                  <a:schemeClr val="dk2"/>
                </a:solidFill>
              </a:defRPr>
            </a:lvl4pPr>
            <a:lvl5pPr marL="2286000" lvl="4" indent="-2286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600"/>
              <a:buNone/>
              <a:defRPr b="1">
                <a:solidFill>
                  <a:schemeClr val="dk2"/>
                </a:solidFill>
              </a:defRPr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21" Type="http://schemas.openxmlformats.org/officeDocument/2006/relationships/image" Target="../media/image3.jpg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image" Target="../media/image2.png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image" Target="../media/image1.png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1"/>
          <p:cNvSpPr txBox="1">
            <a:spLocks noGrp="1"/>
          </p:cNvSpPr>
          <p:nvPr>
            <p:ph type="title"/>
          </p:nvPr>
        </p:nvSpPr>
        <p:spPr>
          <a:xfrm>
            <a:off x="608138" y="365125"/>
            <a:ext cx="10972800" cy="82883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R="0"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400"/>
              <a:buFont typeface="Play"/>
              <a:buNone/>
              <a:defRPr sz="4400" b="1" i="0" u="none" strike="noStrike" cap="none">
                <a:solidFill>
                  <a:schemeClr val="dk2"/>
                </a:solidFill>
                <a:latin typeface="Play"/>
                <a:ea typeface="Play"/>
                <a:cs typeface="Play"/>
                <a:sym typeface="Play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>
            <a:endParaRPr/>
          </a:p>
        </p:txBody>
      </p:sp>
      <p:sp>
        <p:nvSpPr>
          <p:cNvPr id="11" name="Google Shape;11;p1"/>
          <p:cNvSpPr txBox="1">
            <a:spLocks noGrp="1"/>
          </p:cNvSpPr>
          <p:nvPr>
            <p:ph type="body" idx="1"/>
          </p:nvPr>
        </p:nvSpPr>
        <p:spPr>
          <a:xfrm>
            <a:off x="608138" y="1316271"/>
            <a:ext cx="10972800" cy="473909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marR="0" lvl="0" indent="-381000" algn="l" rtl="0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ts val="2400"/>
              <a:buFont typeface="Arial"/>
              <a:buChar char="•"/>
              <a:defRPr sz="2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355600" algn="l" rtl="0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accent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342900" algn="l" rtl="0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accent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330200" algn="l" rtl="0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accent1"/>
              </a:buClr>
              <a:buSzPts val="1600"/>
              <a:buFont typeface="Arial"/>
              <a:buChar char="•"/>
              <a:defRPr sz="16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330200" algn="l" rtl="0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accent1"/>
              </a:buClr>
              <a:buSzPts val="1600"/>
              <a:buFont typeface="Arial"/>
              <a:buChar char="•"/>
              <a:defRPr sz="16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12" name="Google Shape;12;p1"/>
          <p:cNvSpPr txBox="1">
            <a:spLocks noGrp="1"/>
          </p:cNvSpPr>
          <p:nvPr>
            <p:ph type="dt" idx="10"/>
          </p:nvPr>
        </p:nvSpPr>
        <p:spPr>
          <a:xfrm>
            <a:off x="608139" y="6288723"/>
            <a:ext cx="877034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rgbClr val="9D9595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13" name="Google Shape;13;p1"/>
          <p:cNvSpPr txBox="1">
            <a:spLocks noGrp="1"/>
          </p:cNvSpPr>
          <p:nvPr>
            <p:ph type="ftr" idx="11"/>
          </p:nvPr>
        </p:nvSpPr>
        <p:spPr>
          <a:xfrm>
            <a:off x="1554340" y="6288722"/>
            <a:ext cx="8081444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rgbClr val="9D9595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14" name="Google Shape;14;p1"/>
          <p:cNvSpPr txBox="1">
            <a:spLocks noGrp="1"/>
          </p:cNvSpPr>
          <p:nvPr>
            <p:ph type="sldNum" idx="12"/>
          </p:nvPr>
        </p:nvSpPr>
        <p:spPr>
          <a:xfrm>
            <a:off x="9704951" y="6288721"/>
            <a:ext cx="454208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l" rtl="0">
              <a:spcBef>
                <a:spcPts val="0"/>
              </a:spcBef>
              <a:buNone/>
              <a:defRPr sz="1200" b="0" i="0" u="none" strike="noStrike" cap="none">
                <a:solidFill>
                  <a:srgbClr val="9D9595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l" rtl="0">
              <a:spcBef>
                <a:spcPts val="0"/>
              </a:spcBef>
              <a:buNone/>
              <a:defRPr sz="1200" b="0" i="0" u="none" strike="noStrike" cap="none">
                <a:solidFill>
                  <a:srgbClr val="9D9595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l" rtl="0">
              <a:spcBef>
                <a:spcPts val="0"/>
              </a:spcBef>
              <a:buNone/>
              <a:defRPr sz="1200" b="0" i="0" u="none" strike="noStrike" cap="none">
                <a:solidFill>
                  <a:srgbClr val="9D9595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l" rtl="0">
              <a:spcBef>
                <a:spcPts val="0"/>
              </a:spcBef>
              <a:buNone/>
              <a:defRPr sz="1200" b="0" i="0" u="none" strike="noStrike" cap="none">
                <a:solidFill>
                  <a:srgbClr val="9D9595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l" rtl="0">
              <a:spcBef>
                <a:spcPts val="0"/>
              </a:spcBef>
              <a:buNone/>
              <a:defRPr sz="1200" b="0" i="0" u="none" strike="noStrike" cap="none">
                <a:solidFill>
                  <a:srgbClr val="9D9595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l" rtl="0">
              <a:spcBef>
                <a:spcPts val="0"/>
              </a:spcBef>
              <a:buNone/>
              <a:defRPr sz="1200" b="0" i="0" u="none" strike="noStrike" cap="none">
                <a:solidFill>
                  <a:srgbClr val="9D9595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l" rtl="0">
              <a:spcBef>
                <a:spcPts val="0"/>
              </a:spcBef>
              <a:buNone/>
              <a:defRPr sz="1200" b="0" i="0" u="none" strike="noStrike" cap="none">
                <a:solidFill>
                  <a:srgbClr val="9D9595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l" rtl="0">
              <a:spcBef>
                <a:spcPts val="0"/>
              </a:spcBef>
              <a:buNone/>
              <a:defRPr sz="1200" b="0" i="0" u="none" strike="noStrike" cap="none">
                <a:solidFill>
                  <a:srgbClr val="9D9595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l" rtl="0">
              <a:spcBef>
                <a:spcPts val="0"/>
              </a:spcBef>
              <a:buNone/>
              <a:defRPr sz="1200" b="0" i="0" u="none" strike="noStrike" cap="none">
                <a:solidFill>
                  <a:srgbClr val="9D9595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pic>
        <p:nvPicPr>
          <p:cNvPr id="15" name="Google Shape;15;p1"/>
          <p:cNvPicPr preferRelativeResize="0"/>
          <p:nvPr/>
        </p:nvPicPr>
        <p:blipFill rotWithShape="1">
          <a:blip r:embed="rId19">
            <a:alphaModFix/>
          </a:blip>
          <a:srcRect l="13937" t="20913" r="8465"/>
          <a:stretch/>
        </p:blipFill>
        <p:spPr>
          <a:xfrm>
            <a:off x="0" y="0"/>
            <a:ext cx="12192000" cy="125457"/>
          </a:xfrm>
          <a:prstGeom prst="rect">
            <a:avLst/>
          </a:prstGeom>
          <a:noFill/>
          <a:ln>
            <a:noFill/>
          </a:ln>
        </p:spPr>
      </p:pic>
      <p:pic>
        <p:nvPicPr>
          <p:cNvPr id="16" name="Google Shape;16;p1"/>
          <p:cNvPicPr preferRelativeResize="0"/>
          <p:nvPr/>
        </p:nvPicPr>
        <p:blipFill rotWithShape="1">
          <a:blip r:embed="rId20">
            <a:alphaModFix/>
          </a:blip>
          <a:srcRect t="10486" b="10485"/>
          <a:stretch/>
        </p:blipFill>
        <p:spPr>
          <a:xfrm>
            <a:off x="0" y="0"/>
            <a:ext cx="12192000" cy="125457"/>
          </a:xfrm>
          <a:prstGeom prst="rect">
            <a:avLst/>
          </a:prstGeom>
          <a:noFill/>
          <a:ln>
            <a:noFill/>
          </a:ln>
        </p:spPr>
      </p:pic>
      <p:pic>
        <p:nvPicPr>
          <p:cNvPr id="17" name="Google Shape;17;p1" descr="A logo with white text&#10;&#10;AI-generated content may be incorrect."/>
          <p:cNvPicPr preferRelativeResize="0"/>
          <p:nvPr/>
        </p:nvPicPr>
        <p:blipFill rotWithShape="1">
          <a:blip r:embed="rId21">
            <a:alphaModFix/>
          </a:blip>
          <a:srcRect/>
          <a:stretch/>
        </p:blipFill>
        <p:spPr>
          <a:xfrm>
            <a:off x="10228326" y="5753434"/>
            <a:ext cx="1963674" cy="1104566"/>
          </a:xfrm>
          <a:prstGeom prst="rect">
            <a:avLst/>
          </a:prstGeom>
          <a:noFill/>
          <a:ln>
            <a:noFill/>
          </a:ln>
        </p:spPr>
      </p:pic>
      <p:sp>
        <p:nvSpPr>
          <p:cNvPr id="18" name="Google Shape;18;p1"/>
          <p:cNvSpPr txBox="1"/>
          <p:nvPr/>
        </p:nvSpPr>
        <p:spPr>
          <a:xfrm>
            <a:off x="10273895" y="6517284"/>
            <a:ext cx="1918105" cy="30777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DataLab12.github.io</a:t>
            </a:r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  <p:sldLayoutId id="2147483660" r:id="rId13"/>
    <p:sldLayoutId id="2147483661" r:id="rId14"/>
    <p:sldLayoutId id="2147483662" r:id="rId15"/>
    <p:sldLayoutId id="2147483663" r:id="rId16"/>
    <p:sldLayoutId id="2147483664" r:id="rId17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openml.org/search?type=data&amp;status=active&amp;id=46085&amp;sort=runs" TargetMode="External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png"/><Relationship Id="rId2" Type="http://schemas.openxmlformats.org/officeDocument/2006/relationships/image" Target="../media/image25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7.png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openml.org/search?type=data&amp;status=active&amp;id=46085&amp;sort=runs" TargetMode="External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3.xml"/><Relationship Id="rId4" Type="http://schemas.openxmlformats.org/officeDocument/2006/relationships/hyperlink" Target="https://github.com/coconath0/ML-project" TargetMode="Externa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0" name="Google Shape;240;p19"/>
          <p:cNvSpPr txBox="1">
            <a:spLocks noGrp="1"/>
          </p:cNvSpPr>
          <p:nvPr>
            <p:ph type="ctrTitle"/>
          </p:nvPr>
        </p:nvSpPr>
        <p:spPr>
          <a:xfrm>
            <a:off x="288099" y="1761167"/>
            <a:ext cx="6255205" cy="179866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5400"/>
              <a:buFont typeface="Play"/>
              <a:buNone/>
            </a:pPr>
            <a:r>
              <a:rPr lang="en-US"/>
              <a:t>CS 4347 Project Presentation</a:t>
            </a:r>
            <a:endParaRPr/>
          </a:p>
        </p:txBody>
      </p:sp>
      <p:sp>
        <p:nvSpPr>
          <p:cNvPr id="241" name="Google Shape;241;p19"/>
          <p:cNvSpPr txBox="1">
            <a:spLocks noGrp="1"/>
          </p:cNvSpPr>
          <p:nvPr>
            <p:ph type="subTitle" idx="1"/>
          </p:nvPr>
        </p:nvSpPr>
        <p:spPr>
          <a:xfrm>
            <a:off x="220025" y="3801375"/>
            <a:ext cx="6561900" cy="2797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 fontScale="70000" lnSpcReduction="20000"/>
          </a:bodyPr>
          <a:lstStyle/>
          <a:p>
            <a:pPr marL="0" lvl="0" indent="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SzPct val="100000"/>
              <a:buNone/>
            </a:pPr>
            <a:r>
              <a:rPr lang="en-US" b="1"/>
              <a:t>2025 Fall Team: </a:t>
            </a:r>
            <a:endParaRPr/>
          </a:p>
          <a:p>
            <a:pPr marL="457200" lvl="0" indent="-409575" algn="l" rtl="0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SzPct val="100000"/>
              <a:buAutoNum type="arabicPeriod"/>
            </a:pPr>
            <a:r>
              <a:rPr lang="en-US" b="1"/>
              <a:t>Nathaly Ingol, qhd10, EDA &amp; Quality Analysis Lead</a:t>
            </a:r>
            <a:endParaRPr/>
          </a:p>
          <a:p>
            <a:pPr marL="457200" lvl="0" indent="-409575" algn="l" rtl="0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SzPct val="100000"/>
              <a:buAutoNum type="arabicPeriod"/>
            </a:pPr>
            <a:r>
              <a:rPr lang="en-US" b="1"/>
              <a:t>Aleena Tomy, zdh19, Modeling Lead</a:t>
            </a:r>
            <a:endParaRPr/>
          </a:p>
          <a:p>
            <a:pPr marL="457200" lvl="0" indent="-409575" algn="l" rtl="0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SzPct val="100000"/>
              <a:buAutoNum type="arabicPeriod"/>
            </a:pPr>
            <a:r>
              <a:rPr lang="en-US" b="1"/>
              <a:t>JD (John) Escobedo, dxh19, Data Engineering Lead</a:t>
            </a:r>
            <a:endParaRPr b="1"/>
          </a:p>
          <a:p>
            <a:pPr marL="0" lvl="0" indent="0" algn="l" rtl="0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rPr lang="en-US" b="1"/>
              <a:t>Dataset: </a:t>
            </a:r>
            <a:r>
              <a:rPr lang="en-US" b="1" u="sng">
                <a:solidFill>
                  <a:schemeClr val="accent1"/>
                </a:solidFill>
                <a:hlinkClick r:id="rId3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https://www.openml.org/search?type=data&amp;status=active&amp;id=46085&amp;sort=runs</a:t>
            </a:r>
            <a:r>
              <a:rPr lang="en-US" b="1">
                <a:solidFill>
                  <a:schemeClr val="accent1"/>
                </a:solidFill>
              </a:rPr>
              <a:t> </a:t>
            </a:r>
            <a:endParaRPr b="1">
              <a:solidFill>
                <a:schemeClr val="accent1"/>
              </a:solidFill>
            </a:endParaRPr>
          </a:p>
          <a:p>
            <a:pPr marL="0" lvl="0" indent="0" algn="l" rtl="0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SzPct val="100000"/>
              <a:buNone/>
            </a:pPr>
            <a:r>
              <a:rPr lang="en-US" b="1"/>
              <a:t>Instructor: Prof. Dr. Jelena Tešić</a:t>
            </a:r>
            <a:endParaRPr/>
          </a:p>
          <a:p>
            <a:pPr marL="0" lvl="0" indent="0" algn="l" rtl="0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SzPct val="100000"/>
              <a:buNone/>
            </a:pPr>
            <a:r>
              <a:rPr lang="en-US" b="1"/>
              <a:t>https://jtesic.github.io</a:t>
            </a:r>
            <a:endParaRPr/>
          </a:p>
          <a:p>
            <a:pPr marL="0" lvl="0" indent="0" algn="l" rtl="0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SzPct val="100000"/>
              <a:buNone/>
            </a:pPr>
            <a:endParaRPr b="1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7" name="Google Shape;247;p20"/>
          <p:cNvSpPr txBox="1">
            <a:spLocks noGrp="1"/>
          </p:cNvSpPr>
          <p:nvPr>
            <p:ph type="title"/>
          </p:nvPr>
        </p:nvSpPr>
        <p:spPr>
          <a:xfrm>
            <a:off x="608138" y="365125"/>
            <a:ext cx="10972800" cy="82883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400"/>
              <a:buFont typeface="Play"/>
              <a:buNone/>
            </a:pPr>
            <a:r>
              <a:rPr lang="en-US"/>
              <a:t>Introduction and Motivation</a:t>
            </a:r>
            <a:endParaRPr/>
          </a:p>
        </p:txBody>
      </p:sp>
      <p:sp>
        <p:nvSpPr>
          <p:cNvPr id="248" name="Google Shape;248;p20"/>
          <p:cNvSpPr txBox="1">
            <a:spLocks noGrp="1"/>
          </p:cNvSpPr>
          <p:nvPr>
            <p:ph type="body" idx="1"/>
          </p:nvPr>
        </p:nvSpPr>
        <p:spPr>
          <a:xfrm>
            <a:off x="608138" y="1316271"/>
            <a:ext cx="10972800" cy="473909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228600" lvl="0" indent="-22860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SzPts val="3200"/>
              <a:buChar char="•"/>
            </a:pPr>
            <a:r>
              <a:rPr lang="en-US" b="1"/>
              <a:t>Project Motivations: </a:t>
            </a:r>
            <a:endParaRPr b="1"/>
          </a:p>
          <a:p>
            <a:pPr marL="685800" lvl="1" indent="-228600" algn="l" rtl="0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2800"/>
              <a:buChar char="•"/>
            </a:pPr>
            <a:r>
              <a:rPr lang="en-US"/>
              <a:t>Biological water quality testing is slow</a:t>
            </a:r>
            <a:endParaRPr/>
          </a:p>
          <a:p>
            <a:pPr marL="685800" lvl="1" indent="-228600" algn="l" rtl="0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2800"/>
              <a:buChar char="•"/>
            </a:pPr>
            <a:r>
              <a:rPr lang="en-US"/>
              <a:t>Our goal: Predict potentially hazardous contamination</a:t>
            </a:r>
            <a:endParaRPr/>
          </a:p>
          <a:p>
            <a:pPr marL="685800" lvl="1" indent="-228600" algn="l" rtl="0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2800"/>
              <a:buChar char="•"/>
            </a:pPr>
            <a:r>
              <a:rPr lang="en-US"/>
              <a:t>Tackling pending water quality issues due to scarcity</a:t>
            </a:r>
            <a:endParaRPr/>
          </a:p>
          <a:p>
            <a:pPr marL="228600" lvl="0" indent="-228600" algn="l" rtl="0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SzPts val="3200"/>
              <a:buChar char="•"/>
            </a:pPr>
            <a:r>
              <a:rPr lang="en-US" b="1"/>
              <a:t>Responsibilities:</a:t>
            </a:r>
            <a:endParaRPr/>
          </a:p>
          <a:p>
            <a:pPr marL="0" lvl="0" indent="0" algn="l" rtl="0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None/>
            </a:pPr>
            <a:endParaRPr sz="1400"/>
          </a:p>
        </p:txBody>
      </p:sp>
      <p:sp>
        <p:nvSpPr>
          <p:cNvPr id="249" name="Google Shape;249;p20"/>
          <p:cNvSpPr txBox="1">
            <a:spLocks noGrp="1"/>
          </p:cNvSpPr>
          <p:nvPr>
            <p:ph type="ftr" idx="11"/>
          </p:nvPr>
        </p:nvSpPr>
        <p:spPr>
          <a:xfrm>
            <a:off x="1554340" y="6288722"/>
            <a:ext cx="8081444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CS 4347</a:t>
            </a:r>
            <a:endParaRPr/>
          </a:p>
        </p:txBody>
      </p:sp>
      <p:pic>
        <p:nvPicPr>
          <p:cNvPr id="250" name="Google Shape;250;p20"/>
          <p:cNvPicPr preferRelativeResize="0"/>
          <p:nvPr/>
        </p:nvPicPr>
        <p:blipFill rotWithShape="1">
          <a:blip r:embed="rId3">
            <a:alphaModFix/>
          </a:blip>
          <a:srcRect t="38146" r="1429" b="3157"/>
          <a:stretch/>
        </p:blipFill>
        <p:spPr>
          <a:xfrm>
            <a:off x="966688" y="4388125"/>
            <a:ext cx="9597124" cy="12772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" name="Google Shape;256;p21"/>
          <p:cNvSpPr txBox="1">
            <a:spLocks noGrp="1"/>
          </p:cNvSpPr>
          <p:nvPr>
            <p:ph type="title"/>
          </p:nvPr>
        </p:nvSpPr>
        <p:spPr>
          <a:xfrm>
            <a:off x="608138" y="365125"/>
            <a:ext cx="10972800" cy="82883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400"/>
              <a:buFont typeface="Play"/>
              <a:buNone/>
            </a:pPr>
            <a:r>
              <a:rPr lang="en-US"/>
              <a:t>Data and Task</a:t>
            </a:r>
            <a:endParaRPr/>
          </a:p>
        </p:txBody>
      </p:sp>
      <p:sp>
        <p:nvSpPr>
          <p:cNvPr id="257" name="Google Shape;257;p21"/>
          <p:cNvSpPr txBox="1">
            <a:spLocks noGrp="1"/>
          </p:cNvSpPr>
          <p:nvPr>
            <p:ph type="body" idx="1"/>
          </p:nvPr>
        </p:nvSpPr>
        <p:spPr>
          <a:xfrm>
            <a:off x="608138" y="1316271"/>
            <a:ext cx="10972800" cy="473909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228600" lvl="0" indent="-228600" algn="l" rtl="0">
              <a:spcBef>
                <a:spcPts val="1000"/>
              </a:spcBef>
              <a:spcAft>
                <a:spcPts val="0"/>
              </a:spcAft>
              <a:buSzPts val="3200"/>
              <a:buChar char="•"/>
            </a:pPr>
            <a:r>
              <a:rPr lang="en-US"/>
              <a:t>Initial State: 1.8 Million rows (Long Format - one measurement per row).</a:t>
            </a:r>
            <a:endParaRPr/>
          </a:p>
          <a:p>
            <a:pPr marL="228600" lvl="0" indent="-228600" algn="l" rtl="0">
              <a:spcBef>
                <a:spcPts val="1000"/>
              </a:spcBef>
              <a:spcAft>
                <a:spcPts val="0"/>
              </a:spcAft>
              <a:buSzPts val="3200"/>
              <a:buChar char="•"/>
            </a:pPr>
            <a:r>
              <a:rPr lang="en-US"/>
              <a:t>Final State: ~53,000 unique samples * 69 features (Wide Format).</a:t>
            </a:r>
            <a:endParaRPr/>
          </a:p>
          <a:p>
            <a:pPr marL="228600" lvl="0" indent="-228600" algn="l" rtl="0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SzPts val="3200"/>
              <a:buChar char="•"/>
            </a:pPr>
            <a:r>
              <a:rPr lang="en-US"/>
              <a:t>Binary Classification: </a:t>
            </a:r>
            <a:endParaRPr/>
          </a:p>
          <a:p>
            <a:pPr marL="685800" lvl="1" indent="-228600" algn="l" rtl="0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SzPts val="2800"/>
              <a:buChar char="•"/>
            </a:pPr>
            <a:r>
              <a:rPr lang="en-US"/>
              <a:t>Target: `Is_Hazard` (1 if Fecal Coliform &gt; 200 CFU/100ml)</a:t>
            </a:r>
            <a:endParaRPr/>
          </a:p>
        </p:txBody>
      </p:sp>
      <p:sp>
        <p:nvSpPr>
          <p:cNvPr id="258" name="Google Shape;258;p21"/>
          <p:cNvSpPr txBox="1">
            <a:spLocks noGrp="1"/>
          </p:cNvSpPr>
          <p:nvPr>
            <p:ph type="ftr" idx="4294967295"/>
          </p:nvPr>
        </p:nvSpPr>
        <p:spPr>
          <a:xfrm>
            <a:off x="0" y="6513513"/>
            <a:ext cx="1524000" cy="28733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CS4347</a:t>
            </a:r>
            <a:endParaRPr/>
          </a:p>
        </p:txBody>
      </p:sp>
      <p:sp>
        <p:nvSpPr>
          <p:cNvPr id="259" name="Google Shape;259;p21"/>
          <p:cNvSpPr txBox="1">
            <a:spLocks noGrp="1"/>
          </p:cNvSpPr>
          <p:nvPr>
            <p:ph type="sldNum" idx="4294967295"/>
          </p:nvPr>
        </p:nvSpPr>
        <p:spPr>
          <a:xfrm>
            <a:off x="10668000" y="6492875"/>
            <a:ext cx="15240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3</a:t>
            </a:fld>
            <a:endParaRPr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5" name="Google Shape;265;p22"/>
          <p:cNvSpPr txBox="1">
            <a:spLocks noGrp="1"/>
          </p:cNvSpPr>
          <p:nvPr>
            <p:ph type="title"/>
          </p:nvPr>
        </p:nvSpPr>
        <p:spPr>
          <a:xfrm>
            <a:off x="608138" y="365125"/>
            <a:ext cx="10972800" cy="82883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400"/>
              <a:buFont typeface="Play"/>
              <a:buNone/>
            </a:pPr>
            <a:r>
              <a:rPr lang="en-US"/>
              <a:t>Exploratory Data Analysis</a:t>
            </a:r>
            <a:endParaRPr/>
          </a:p>
        </p:txBody>
      </p:sp>
      <p:sp>
        <p:nvSpPr>
          <p:cNvPr id="266" name="Google Shape;266;p22"/>
          <p:cNvSpPr txBox="1">
            <a:spLocks noGrp="1"/>
          </p:cNvSpPr>
          <p:nvPr>
            <p:ph type="body" idx="1"/>
          </p:nvPr>
        </p:nvSpPr>
        <p:spPr>
          <a:xfrm>
            <a:off x="608149" y="1316275"/>
            <a:ext cx="3105300" cy="4739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228600" lvl="0" indent="-228600" algn="l" rtl="0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SzPts val="3200"/>
              <a:buChar char="•"/>
            </a:pPr>
            <a:r>
              <a:rPr lang="en-US"/>
              <a:t>Visual 1:</a:t>
            </a:r>
            <a:endParaRPr/>
          </a:p>
          <a:p>
            <a:pPr marL="685800" lvl="1" indent="-177800" algn="l" rtl="0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SzPts val="2000"/>
              <a:buChar char="•"/>
            </a:pPr>
            <a:r>
              <a:rPr lang="en-US" sz="2000"/>
              <a:t>Shows extreme missing data in feature columns, justifying the need for imputation robust models like XGBoost.</a:t>
            </a:r>
            <a:endParaRPr sz="2000"/>
          </a:p>
          <a:p>
            <a:pPr marL="0" lvl="0" indent="0" algn="l" rtl="0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67" name="Google Shape;267;p22"/>
          <p:cNvSpPr txBox="1">
            <a:spLocks noGrp="1"/>
          </p:cNvSpPr>
          <p:nvPr>
            <p:ph type="ftr" idx="4294967295"/>
          </p:nvPr>
        </p:nvSpPr>
        <p:spPr>
          <a:xfrm>
            <a:off x="0" y="6513513"/>
            <a:ext cx="1524000" cy="28733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CS4347</a:t>
            </a:r>
            <a:endParaRPr/>
          </a:p>
        </p:txBody>
      </p:sp>
      <p:sp>
        <p:nvSpPr>
          <p:cNvPr id="268" name="Google Shape;268;p22"/>
          <p:cNvSpPr txBox="1">
            <a:spLocks noGrp="1"/>
          </p:cNvSpPr>
          <p:nvPr>
            <p:ph type="sldNum" idx="4294967295"/>
          </p:nvPr>
        </p:nvSpPr>
        <p:spPr>
          <a:xfrm>
            <a:off x="10668000" y="6492875"/>
            <a:ext cx="15240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4</a:t>
            </a:fld>
            <a:endParaRPr/>
          </a:p>
        </p:txBody>
      </p:sp>
      <p:pic>
        <p:nvPicPr>
          <p:cNvPr id="269" name="Google Shape;269;p22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713450" y="1398793"/>
            <a:ext cx="8171701" cy="4056874"/>
          </a:xfrm>
          <a:prstGeom prst="rect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5" name="Google Shape;275;p23"/>
          <p:cNvSpPr txBox="1">
            <a:spLocks noGrp="1"/>
          </p:cNvSpPr>
          <p:nvPr>
            <p:ph type="title"/>
          </p:nvPr>
        </p:nvSpPr>
        <p:spPr>
          <a:xfrm>
            <a:off x="608138" y="365125"/>
            <a:ext cx="10972800" cy="828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400"/>
              <a:buFont typeface="Play"/>
              <a:buNone/>
            </a:pPr>
            <a:r>
              <a:rPr lang="en-US"/>
              <a:t>Exploratory Data Analysis</a:t>
            </a:r>
            <a:endParaRPr/>
          </a:p>
        </p:txBody>
      </p:sp>
      <p:sp>
        <p:nvSpPr>
          <p:cNvPr id="276" name="Google Shape;276;p23"/>
          <p:cNvSpPr txBox="1">
            <a:spLocks noGrp="1"/>
          </p:cNvSpPr>
          <p:nvPr>
            <p:ph type="body" idx="1"/>
          </p:nvPr>
        </p:nvSpPr>
        <p:spPr>
          <a:xfrm>
            <a:off x="608150" y="1316275"/>
            <a:ext cx="3043200" cy="4739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228600" lvl="0" indent="-228600" algn="l" rtl="0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SzPts val="3200"/>
              <a:buChar char="•"/>
            </a:pPr>
            <a:r>
              <a:rPr lang="en-US"/>
              <a:t>Visual 2:</a:t>
            </a:r>
            <a:endParaRPr/>
          </a:p>
          <a:p>
            <a:pPr marL="685800" lvl="1" indent="-177800" algn="l" rtl="0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SzPts val="2000"/>
              <a:buChar char="•"/>
            </a:pPr>
            <a:r>
              <a:rPr lang="en-US" sz="2000"/>
              <a:t>Confirms pollution spikes in summer months, justifying Cyclical Feature Engineering.</a:t>
            </a:r>
            <a:endParaRPr sz="2000"/>
          </a:p>
        </p:txBody>
      </p:sp>
      <p:sp>
        <p:nvSpPr>
          <p:cNvPr id="277" name="Google Shape;277;p23"/>
          <p:cNvSpPr txBox="1">
            <a:spLocks noGrp="1"/>
          </p:cNvSpPr>
          <p:nvPr>
            <p:ph type="ftr" idx="4294967295"/>
          </p:nvPr>
        </p:nvSpPr>
        <p:spPr>
          <a:xfrm>
            <a:off x="0" y="6513513"/>
            <a:ext cx="1524000" cy="287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CS4347</a:t>
            </a:r>
            <a:endParaRPr/>
          </a:p>
        </p:txBody>
      </p:sp>
      <p:sp>
        <p:nvSpPr>
          <p:cNvPr id="278" name="Google Shape;278;p23"/>
          <p:cNvSpPr txBox="1">
            <a:spLocks noGrp="1"/>
          </p:cNvSpPr>
          <p:nvPr>
            <p:ph type="sldNum" idx="4294967295"/>
          </p:nvPr>
        </p:nvSpPr>
        <p:spPr>
          <a:xfrm>
            <a:off x="10668000" y="6492875"/>
            <a:ext cx="15240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5</a:t>
            </a:fld>
            <a:endParaRPr/>
          </a:p>
        </p:txBody>
      </p:sp>
      <p:pic>
        <p:nvPicPr>
          <p:cNvPr id="279" name="Google Shape;279;p2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692609" y="1234164"/>
            <a:ext cx="8239525" cy="4524420"/>
          </a:xfrm>
          <a:prstGeom prst="rect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5" name="Google Shape;285;p24"/>
          <p:cNvSpPr txBox="1">
            <a:spLocks noGrp="1"/>
          </p:cNvSpPr>
          <p:nvPr>
            <p:ph type="title"/>
          </p:nvPr>
        </p:nvSpPr>
        <p:spPr>
          <a:xfrm>
            <a:off x="608138" y="365125"/>
            <a:ext cx="10972800" cy="82883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400"/>
              <a:buFont typeface="Play"/>
              <a:buNone/>
            </a:pPr>
            <a:r>
              <a:rPr lang="en-US"/>
              <a:t>Methodology: Baseline</a:t>
            </a:r>
            <a:endParaRPr/>
          </a:p>
        </p:txBody>
      </p:sp>
      <p:sp>
        <p:nvSpPr>
          <p:cNvPr id="286" name="Google Shape;286;p24"/>
          <p:cNvSpPr txBox="1">
            <a:spLocks noGrp="1"/>
          </p:cNvSpPr>
          <p:nvPr>
            <p:ph type="body" idx="1"/>
          </p:nvPr>
        </p:nvSpPr>
        <p:spPr>
          <a:xfrm>
            <a:off x="608138" y="1316271"/>
            <a:ext cx="10972800" cy="473909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228600" lvl="0" indent="-22860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SzPts val="3200"/>
              <a:buChar char="•"/>
            </a:pPr>
            <a:r>
              <a:rPr lang="en-US" b="1"/>
              <a:t>Primary Baseline:</a:t>
            </a:r>
            <a:r>
              <a:rPr lang="en-US"/>
              <a:t> Logistic Regression Classifier (L1)</a:t>
            </a:r>
            <a:endParaRPr/>
          </a:p>
          <a:p>
            <a:pPr marL="685800" lvl="1" indent="-25400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SzPts val="3200"/>
              <a:buChar char="•"/>
            </a:pPr>
            <a:r>
              <a:rPr lang="en-US" b="1" i="1"/>
              <a:t>Solver = ‘liblinear’</a:t>
            </a:r>
            <a:r>
              <a:rPr lang="en-US"/>
              <a:t>, </a:t>
            </a:r>
            <a:r>
              <a:rPr lang="en-US" b="1" i="1"/>
              <a:t>class_weight= ’balanced’</a:t>
            </a:r>
            <a:r>
              <a:rPr lang="en-US"/>
              <a:t> → To penalize missing the minority “hazard” class).</a:t>
            </a:r>
            <a:endParaRPr/>
          </a:p>
          <a:p>
            <a:pPr marL="228600" lvl="0" indent="-22860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SzPts val="3200"/>
              <a:buChar char="•"/>
            </a:pPr>
            <a:r>
              <a:rPr lang="en-US" b="1"/>
              <a:t>Secondary Baseline: </a:t>
            </a:r>
            <a:r>
              <a:rPr lang="en-US"/>
              <a:t>Ridge Classifier (L2)</a:t>
            </a:r>
            <a:endParaRPr/>
          </a:p>
          <a:p>
            <a:pPr marL="685800" lvl="1" indent="-22860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SzPts val="2800"/>
              <a:buChar char="•"/>
            </a:pPr>
            <a:r>
              <a:rPr lang="en-US"/>
              <a:t>Added to test if regularization could stabilize the linear solution against multiple correlation.</a:t>
            </a:r>
            <a:endParaRPr/>
          </a:p>
          <a:p>
            <a:pPr marL="228600" lvl="0" indent="-228600" algn="l" rtl="0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SzPts val="3200"/>
              <a:buChar char="•"/>
            </a:pPr>
            <a:r>
              <a:rPr lang="en-US" b="1"/>
              <a:t>Hypothesis: </a:t>
            </a:r>
            <a:r>
              <a:rPr lang="en-US"/>
              <a:t>Tested if a linear decision boundary was sufficient for biological prediction.</a:t>
            </a:r>
            <a:endParaRPr/>
          </a:p>
          <a:p>
            <a:pPr marL="0" lvl="0" indent="0" algn="l" rtl="0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87" name="Google Shape;287;p24"/>
          <p:cNvSpPr txBox="1">
            <a:spLocks noGrp="1"/>
          </p:cNvSpPr>
          <p:nvPr>
            <p:ph type="ftr" idx="4294967295"/>
          </p:nvPr>
        </p:nvSpPr>
        <p:spPr>
          <a:xfrm>
            <a:off x="0" y="6513513"/>
            <a:ext cx="1524000" cy="28733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CS 4347</a:t>
            </a:r>
            <a:endParaRPr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3" name="Google Shape;293;p25"/>
          <p:cNvSpPr txBox="1">
            <a:spLocks noGrp="1"/>
          </p:cNvSpPr>
          <p:nvPr>
            <p:ph type="title"/>
          </p:nvPr>
        </p:nvSpPr>
        <p:spPr>
          <a:xfrm>
            <a:off x="608138" y="365125"/>
            <a:ext cx="10972800" cy="828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400"/>
              <a:buFont typeface="Play"/>
              <a:buNone/>
            </a:pPr>
            <a:r>
              <a:rPr lang="en-US"/>
              <a:t>Methodology: Tuning</a:t>
            </a:r>
            <a:endParaRPr/>
          </a:p>
        </p:txBody>
      </p:sp>
      <p:sp>
        <p:nvSpPr>
          <p:cNvPr id="294" name="Google Shape;294;p25"/>
          <p:cNvSpPr txBox="1">
            <a:spLocks noGrp="1"/>
          </p:cNvSpPr>
          <p:nvPr>
            <p:ph type="body" idx="1"/>
          </p:nvPr>
        </p:nvSpPr>
        <p:spPr>
          <a:xfrm>
            <a:off x="608138" y="1316271"/>
            <a:ext cx="10972800" cy="4739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228600" lvl="0" indent="-25400" algn="l" rtl="0">
              <a:spcBef>
                <a:spcPts val="1000"/>
              </a:spcBef>
              <a:spcAft>
                <a:spcPts val="0"/>
              </a:spcAft>
              <a:buNone/>
            </a:pPr>
            <a:r>
              <a:rPr lang="en-US" sz="1700" b="1">
                <a:solidFill>
                  <a:srgbClr val="000000"/>
                </a:solidFill>
              </a:rPr>
              <a:t>Tuning Process:</a:t>
            </a:r>
            <a:r>
              <a:rPr lang="en-US" sz="1700">
                <a:solidFill>
                  <a:srgbClr val="000000"/>
                </a:solidFill>
              </a:rPr>
              <a:t> We utilized </a:t>
            </a:r>
            <a:r>
              <a:rPr lang="en-US" sz="1700">
                <a:solidFill>
                  <a:srgbClr val="188038"/>
                </a:solidFill>
              </a:rPr>
              <a:t>GridSearchCV</a:t>
            </a:r>
            <a:r>
              <a:rPr lang="en-US" sz="1700">
                <a:solidFill>
                  <a:srgbClr val="000000"/>
                </a:solidFill>
              </a:rPr>
              <a:t> to optimize the regularization strength (</a:t>
            </a:r>
            <a:r>
              <a:rPr lang="en-US" sz="1700">
                <a:solidFill>
                  <a:srgbClr val="188038"/>
                </a:solidFill>
              </a:rPr>
              <a:t>C</a:t>
            </a:r>
            <a:r>
              <a:rPr lang="en-US" sz="1700">
                <a:solidFill>
                  <a:srgbClr val="000000"/>
                </a:solidFill>
              </a:rPr>
              <a:t>) of the Logistic Regression model, testing values of </a:t>
            </a:r>
            <a:r>
              <a:rPr lang="en-US" sz="1700">
                <a:solidFill>
                  <a:srgbClr val="188038"/>
                </a:solidFill>
              </a:rPr>
              <a:t>[0.01, 0.1, 1, 10]</a:t>
            </a:r>
            <a:r>
              <a:rPr lang="en-US" sz="1700">
                <a:solidFill>
                  <a:srgbClr val="000000"/>
                </a:solidFill>
              </a:rPr>
              <a:t>.</a:t>
            </a:r>
            <a:endParaRPr sz="1700">
              <a:solidFill>
                <a:srgbClr val="000000"/>
              </a:solidFill>
            </a:endParaRPr>
          </a:p>
          <a:p>
            <a:pPr marL="228600" lvl="0" indent="-25400" algn="l" rtl="0">
              <a:spcBef>
                <a:spcPts val="1000"/>
              </a:spcBef>
              <a:spcAft>
                <a:spcPts val="0"/>
              </a:spcAft>
              <a:buNone/>
            </a:pPr>
            <a:r>
              <a:rPr lang="en-US" sz="1700" b="1">
                <a:solidFill>
                  <a:srgbClr val="000000"/>
                </a:solidFill>
              </a:rPr>
              <a:t>Quantitative Results:</a:t>
            </a:r>
            <a:r>
              <a:rPr lang="en-US" sz="1700">
                <a:solidFill>
                  <a:srgbClr val="000000"/>
                </a:solidFill>
              </a:rPr>
              <a:t> The search identified </a:t>
            </a:r>
            <a:r>
              <a:rPr lang="en-US" sz="1700">
                <a:solidFill>
                  <a:srgbClr val="188038"/>
                </a:solidFill>
              </a:rPr>
              <a:t>C = 10</a:t>
            </a:r>
            <a:r>
              <a:rPr lang="en-US" sz="1700">
                <a:solidFill>
                  <a:srgbClr val="000000"/>
                </a:solidFill>
              </a:rPr>
              <a:t> as the best hyperparameter configuration.</a:t>
            </a:r>
            <a:endParaRPr sz="1700">
              <a:solidFill>
                <a:srgbClr val="000000"/>
              </a:solidFill>
            </a:endParaRPr>
          </a:p>
          <a:p>
            <a:pPr marL="457200" lvl="0" indent="-33655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rgbClr val="000000"/>
              </a:buClr>
              <a:buSzPts val="1700"/>
              <a:buChar char="●"/>
            </a:pPr>
            <a:r>
              <a:rPr lang="en-US" sz="1700" b="1">
                <a:solidFill>
                  <a:srgbClr val="000000"/>
                </a:solidFill>
              </a:rPr>
              <a:t>Baseline Performance:</a:t>
            </a:r>
            <a:r>
              <a:rPr lang="en-US" sz="1700">
                <a:solidFill>
                  <a:srgbClr val="000000"/>
                </a:solidFill>
              </a:rPr>
              <a:t> The optimized Logistic Regression achieved an Accuracy of 84% but a relatively low F1-Score of 0.55 for the Hazard class.</a:t>
            </a:r>
            <a:endParaRPr sz="1700">
              <a:solidFill>
                <a:srgbClr val="000000"/>
              </a:solidFill>
            </a:endParaRPr>
          </a:p>
          <a:p>
            <a:pPr marL="457200" lvl="0" indent="-33655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700"/>
              <a:buChar char="●"/>
            </a:pPr>
            <a:r>
              <a:rPr lang="en-US" sz="1700" b="1">
                <a:solidFill>
                  <a:srgbClr val="000000"/>
                </a:solidFill>
              </a:rPr>
              <a:t>Secondary Experiments:</a:t>
            </a:r>
            <a:r>
              <a:rPr lang="en-US" sz="1700">
                <a:solidFill>
                  <a:srgbClr val="000000"/>
                </a:solidFill>
              </a:rPr>
              <a:t> We also attempted L1 (Lasso) and L2 (Ridge) regularization to handle multicollinearity. The Tuned Ridge Classifier resulted in a lower F1-Score (0.52) compared to the standard Logistic Regression.</a:t>
            </a:r>
            <a:endParaRPr sz="1700">
              <a:solidFill>
                <a:srgbClr val="000000"/>
              </a:solidFill>
            </a:endParaRPr>
          </a:p>
          <a:p>
            <a:pPr marL="0" lvl="0" indent="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-US" sz="1700" b="1">
                <a:solidFill>
                  <a:srgbClr val="000000"/>
                </a:solidFill>
              </a:rPr>
              <a:t>Qualitative Analysis:</a:t>
            </a:r>
            <a:r>
              <a:rPr lang="en-US" sz="1700">
                <a:solidFill>
                  <a:srgbClr val="000000"/>
                </a:solidFill>
              </a:rPr>
              <a:t> The tuning process revealed that linear models (Logistic and Ridge) reached a "performance ceiling". The low recall (0.41) in the baseline indicated that the decision boundary between "Safe" and "Hazardous" is fundamentally non-linear, likely due to complex chemical interactions (e.g., pH amplifying toxicity).</a:t>
            </a:r>
            <a:endParaRPr sz="1700">
              <a:solidFill>
                <a:srgbClr val="000000"/>
              </a:solidFill>
            </a:endParaRPr>
          </a:p>
          <a:p>
            <a:pPr marL="228600" lvl="0" indent="-25400" algn="l" rtl="0">
              <a:spcBef>
                <a:spcPts val="1000"/>
              </a:spcBef>
              <a:spcAft>
                <a:spcPts val="0"/>
              </a:spcAft>
              <a:buNone/>
            </a:pPr>
            <a:r>
              <a:rPr lang="en-US" sz="1700" b="1">
                <a:solidFill>
                  <a:srgbClr val="000000"/>
                </a:solidFill>
              </a:rPr>
              <a:t>Conclusion:</a:t>
            </a:r>
            <a:r>
              <a:rPr lang="en-US" sz="1700">
                <a:solidFill>
                  <a:srgbClr val="000000"/>
                </a:solidFill>
              </a:rPr>
              <a:t> These results scientifically validated the need to move from linear baselines to tree-based ensemble methods (XGBoost) for the improvement phase.</a:t>
            </a:r>
            <a:endParaRPr sz="3800"/>
          </a:p>
          <a:p>
            <a:pPr marL="228600" lvl="0" indent="-25400" algn="l" rtl="0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SzPts val="3200"/>
              <a:buNone/>
            </a:pPr>
            <a:endParaRPr sz="3800"/>
          </a:p>
          <a:p>
            <a:pPr marL="0" lvl="0" indent="0" algn="l" rtl="0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SzPts val="3200"/>
              <a:buNone/>
            </a:pPr>
            <a:endParaRPr/>
          </a:p>
        </p:txBody>
      </p:sp>
      <p:sp>
        <p:nvSpPr>
          <p:cNvPr id="295" name="Google Shape;295;p25"/>
          <p:cNvSpPr txBox="1">
            <a:spLocks noGrp="1"/>
          </p:cNvSpPr>
          <p:nvPr>
            <p:ph type="ftr" idx="4294967295"/>
          </p:nvPr>
        </p:nvSpPr>
        <p:spPr>
          <a:xfrm>
            <a:off x="0" y="6513513"/>
            <a:ext cx="1524000" cy="287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CS 4347</a:t>
            </a:r>
            <a:endParaRPr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1" name="Google Shape;301;p26"/>
          <p:cNvSpPr txBox="1">
            <a:spLocks noGrp="1"/>
          </p:cNvSpPr>
          <p:nvPr>
            <p:ph type="title"/>
          </p:nvPr>
        </p:nvSpPr>
        <p:spPr>
          <a:xfrm>
            <a:off x="608138" y="365125"/>
            <a:ext cx="10972800" cy="82883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400"/>
              <a:buFont typeface="Play"/>
              <a:buNone/>
            </a:pPr>
            <a:r>
              <a:rPr lang="en-US"/>
              <a:t>Experimental Results</a:t>
            </a:r>
            <a:endParaRPr/>
          </a:p>
        </p:txBody>
      </p:sp>
      <p:sp>
        <p:nvSpPr>
          <p:cNvPr id="302" name="Google Shape;302;p26"/>
          <p:cNvSpPr txBox="1">
            <a:spLocks noGrp="1"/>
          </p:cNvSpPr>
          <p:nvPr>
            <p:ph type="body" idx="1"/>
          </p:nvPr>
        </p:nvSpPr>
        <p:spPr>
          <a:xfrm>
            <a:off x="358600" y="1316275"/>
            <a:ext cx="11222400" cy="519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457200" lvl="0" indent="-31750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rgbClr val="000000"/>
              </a:buClr>
              <a:buSzPts val="1400"/>
              <a:buAutoNum type="arabicPeriod"/>
            </a:pPr>
            <a:r>
              <a:rPr lang="en-US" sz="1400" b="1">
                <a:solidFill>
                  <a:srgbClr val="000000"/>
                </a:solidFill>
              </a:rPr>
              <a:t>Test Set Results: The "Linear Ceiling"</a:t>
            </a:r>
            <a:endParaRPr sz="1400" b="1">
              <a:solidFill>
                <a:srgbClr val="000000"/>
              </a:solidFill>
            </a:endParaRPr>
          </a:p>
          <a:p>
            <a:pPr marL="457200" lvl="0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Char char="●"/>
            </a:pPr>
            <a:r>
              <a:rPr lang="en-US" sz="1400" b="1">
                <a:solidFill>
                  <a:srgbClr val="000000"/>
                </a:solidFill>
              </a:rPr>
              <a:t>Baseline (Logistic Regression):</a:t>
            </a:r>
            <a:r>
              <a:rPr lang="en-US" sz="1400">
                <a:solidFill>
                  <a:srgbClr val="000000"/>
                </a:solidFill>
              </a:rPr>
              <a:t> Accuracy was high (84%), but safety was compromised with a </a:t>
            </a:r>
            <a:r>
              <a:rPr lang="en-US" sz="1400" b="1">
                <a:solidFill>
                  <a:srgbClr val="000000"/>
                </a:solidFill>
              </a:rPr>
              <a:t>Recall of only 0.41</a:t>
            </a:r>
            <a:r>
              <a:rPr lang="en-US" sz="1400">
                <a:solidFill>
                  <a:srgbClr val="000000"/>
                </a:solidFill>
              </a:rPr>
              <a:t> (missing 59% of hazards).</a:t>
            </a:r>
            <a:endParaRPr sz="1400">
              <a:solidFill>
                <a:srgbClr val="000000"/>
              </a:solidFill>
            </a:endParaRPr>
          </a:p>
          <a:p>
            <a:pPr marL="457200" lvl="0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Char char="●"/>
            </a:pPr>
            <a:r>
              <a:rPr lang="en-US" sz="1400" b="1">
                <a:solidFill>
                  <a:srgbClr val="000000"/>
                </a:solidFill>
              </a:rPr>
              <a:t>L1 (Lasso) &amp; Elastic Net:</a:t>
            </a:r>
            <a:r>
              <a:rPr lang="en-US" sz="1400">
                <a:solidFill>
                  <a:srgbClr val="000000"/>
                </a:solidFill>
              </a:rPr>
              <a:t> Both methods failed to improve the minority class. Despite L1 successfully removing 3 redundant features, both models remained stuck at </a:t>
            </a:r>
            <a:r>
              <a:rPr lang="en-US" sz="1400" b="1">
                <a:solidFill>
                  <a:srgbClr val="000000"/>
                </a:solidFill>
              </a:rPr>
              <a:t>0.41 Recall</a:t>
            </a:r>
            <a:r>
              <a:rPr lang="en-US" sz="1400">
                <a:solidFill>
                  <a:srgbClr val="000000"/>
                </a:solidFill>
              </a:rPr>
              <a:t>.</a:t>
            </a:r>
            <a:endParaRPr sz="1400">
              <a:solidFill>
                <a:srgbClr val="000000"/>
              </a:solidFill>
            </a:endParaRPr>
          </a:p>
          <a:p>
            <a:pPr marL="457200" lvl="0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Char char="●"/>
            </a:pPr>
            <a:r>
              <a:rPr lang="en-US" sz="1400" b="1">
                <a:solidFill>
                  <a:srgbClr val="000000"/>
                </a:solidFill>
              </a:rPr>
              <a:t>L2 (Ridge):</a:t>
            </a:r>
            <a:r>
              <a:rPr lang="en-US" sz="1400">
                <a:solidFill>
                  <a:srgbClr val="000000"/>
                </a:solidFill>
              </a:rPr>
              <a:t> Imposing strict L2 smoothing actually degraded performance (F1-Score dropped to </a:t>
            </a:r>
            <a:r>
              <a:rPr lang="en-US" sz="1400" b="1">
                <a:solidFill>
                  <a:srgbClr val="000000"/>
                </a:solidFill>
              </a:rPr>
              <a:t>0.52</a:t>
            </a:r>
            <a:r>
              <a:rPr lang="en-US" sz="1400">
                <a:solidFill>
                  <a:srgbClr val="000000"/>
                </a:solidFill>
              </a:rPr>
              <a:t>), performing worse than the baseline.</a:t>
            </a:r>
            <a:endParaRPr sz="1400">
              <a:solidFill>
                <a:srgbClr val="000000"/>
              </a:solidFill>
            </a:endParaRPr>
          </a:p>
          <a:p>
            <a:pPr marL="0" lvl="0" indent="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-US" sz="1400" b="1">
                <a:solidFill>
                  <a:srgbClr val="000000"/>
                </a:solidFill>
              </a:rPr>
              <a:t>2. Implications for the Task</a:t>
            </a:r>
            <a:endParaRPr sz="1400" b="1">
              <a:solidFill>
                <a:srgbClr val="000000"/>
              </a:solidFill>
            </a:endParaRPr>
          </a:p>
          <a:p>
            <a:pPr marL="457200" lvl="0" indent="-31750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rgbClr val="000000"/>
              </a:buClr>
              <a:buSzPts val="1400"/>
              <a:buChar char="●"/>
            </a:pPr>
            <a:r>
              <a:rPr lang="en-US" sz="1400" b="1">
                <a:solidFill>
                  <a:srgbClr val="000000"/>
                </a:solidFill>
              </a:rPr>
              <a:t>Non-Linearity Proven:</a:t>
            </a:r>
            <a:r>
              <a:rPr lang="en-US" sz="1400">
                <a:solidFill>
                  <a:srgbClr val="000000"/>
                </a:solidFill>
              </a:rPr>
              <a:t> We tested the full spectrum of linear regularization (L1, L2, and Hybrid Elastic Net). The fact that </a:t>
            </a:r>
            <a:r>
              <a:rPr lang="en-US" sz="1400" i="1">
                <a:solidFill>
                  <a:srgbClr val="000000"/>
                </a:solidFill>
              </a:rPr>
              <a:t>all</a:t>
            </a:r>
            <a:r>
              <a:rPr lang="en-US" sz="1400">
                <a:solidFill>
                  <a:srgbClr val="000000"/>
                </a:solidFill>
              </a:rPr>
              <a:t> hit the exact same ceiling (0.41 Recall) proves the decision boundary is </a:t>
            </a:r>
            <a:r>
              <a:rPr lang="en-US" sz="1400" b="1">
                <a:solidFill>
                  <a:srgbClr val="000000"/>
                </a:solidFill>
              </a:rPr>
              <a:t>fundamentally non-linear</a:t>
            </a:r>
            <a:r>
              <a:rPr lang="en-US" sz="1400">
                <a:solidFill>
                  <a:srgbClr val="000000"/>
                </a:solidFill>
              </a:rPr>
              <a:t>.</a:t>
            </a:r>
            <a:endParaRPr sz="1400">
              <a:solidFill>
                <a:srgbClr val="000000"/>
              </a:solidFill>
            </a:endParaRPr>
          </a:p>
          <a:p>
            <a:pPr marL="457200" lvl="0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Char char="●"/>
            </a:pPr>
            <a:r>
              <a:rPr lang="en-US" sz="1400" b="1">
                <a:solidFill>
                  <a:srgbClr val="000000"/>
                </a:solidFill>
              </a:rPr>
              <a:t>Feature Complexity:</a:t>
            </a:r>
            <a:r>
              <a:rPr lang="en-US" sz="1400">
                <a:solidFill>
                  <a:srgbClr val="000000"/>
                </a:solidFill>
              </a:rPr>
              <a:t> Simple linear weighting cannot capture biological toxicity; the chemical interactions (e.g., pH + Temperature) are complex and likely multiplicative.</a:t>
            </a:r>
            <a:endParaRPr sz="1400">
              <a:solidFill>
                <a:srgbClr val="000000"/>
              </a:solidFill>
            </a:endParaRPr>
          </a:p>
          <a:p>
            <a:pPr marL="0" lvl="0" indent="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-US" sz="1400" b="1">
                <a:solidFill>
                  <a:srgbClr val="000000"/>
                </a:solidFill>
              </a:rPr>
              <a:t>3. Next Steps for the Team</a:t>
            </a:r>
            <a:endParaRPr sz="1400" b="1">
              <a:solidFill>
                <a:srgbClr val="000000"/>
              </a:solidFill>
            </a:endParaRPr>
          </a:p>
          <a:p>
            <a:pPr marL="457200" lvl="0" indent="-31750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rgbClr val="000000"/>
              </a:buClr>
              <a:buSzPts val="1400"/>
              <a:buChar char="●"/>
            </a:pPr>
            <a:r>
              <a:rPr lang="en-US" sz="1400" b="1">
                <a:solidFill>
                  <a:srgbClr val="000000"/>
                </a:solidFill>
              </a:rPr>
              <a:t>Strategic Pivot:</a:t>
            </a:r>
            <a:r>
              <a:rPr lang="en-US" sz="1400">
                <a:solidFill>
                  <a:srgbClr val="000000"/>
                </a:solidFill>
              </a:rPr>
              <a:t> The results dictate we must abandon linear models. We will implement </a:t>
            </a:r>
            <a:r>
              <a:rPr lang="en-US" sz="1400" b="1">
                <a:solidFill>
                  <a:srgbClr val="000000"/>
                </a:solidFill>
              </a:rPr>
              <a:t>Gradient Boosting (XGBoost)</a:t>
            </a:r>
            <a:r>
              <a:rPr lang="en-US" sz="1400">
                <a:solidFill>
                  <a:srgbClr val="000000"/>
                </a:solidFill>
              </a:rPr>
              <a:t> to capture the necessary non-linear relationships.</a:t>
            </a:r>
            <a:endParaRPr sz="1400">
              <a:solidFill>
                <a:srgbClr val="000000"/>
              </a:solidFill>
            </a:endParaRPr>
          </a:p>
          <a:p>
            <a:pPr marL="457200" lvl="0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Char char="●"/>
            </a:pPr>
            <a:r>
              <a:rPr lang="en-US" sz="1400" b="1">
                <a:solidFill>
                  <a:srgbClr val="000000"/>
                </a:solidFill>
              </a:rPr>
              <a:t>Objective:</a:t>
            </a:r>
            <a:r>
              <a:rPr lang="en-US" sz="1400">
                <a:solidFill>
                  <a:srgbClr val="000000"/>
                </a:solidFill>
              </a:rPr>
              <a:t> The new model must prioritize </a:t>
            </a:r>
            <a:r>
              <a:rPr lang="en-US" sz="1400" b="1">
                <a:solidFill>
                  <a:srgbClr val="000000"/>
                </a:solidFill>
              </a:rPr>
              <a:t>Recall</a:t>
            </a:r>
            <a:r>
              <a:rPr lang="en-US" sz="1400">
                <a:solidFill>
                  <a:srgbClr val="000000"/>
                </a:solidFill>
              </a:rPr>
              <a:t> to address the safety failures observed in the linear phase.</a:t>
            </a:r>
            <a:endParaRPr sz="1400">
              <a:solidFill>
                <a:srgbClr val="000000"/>
              </a:solidFill>
            </a:endParaRPr>
          </a:p>
          <a:p>
            <a:pPr marL="0" lvl="0" indent="0" algn="l" rtl="0">
              <a:lnSpc>
                <a:spcPct val="120000"/>
              </a:lnSpc>
              <a:spcBef>
                <a:spcPts val="1200"/>
              </a:spcBef>
              <a:spcAft>
                <a:spcPts val="0"/>
              </a:spcAft>
              <a:buNone/>
            </a:pPr>
            <a:endParaRPr sz="3050" b="1">
              <a:solidFill>
                <a:srgbClr val="000000"/>
              </a:solidFill>
            </a:endParaRPr>
          </a:p>
        </p:txBody>
      </p:sp>
      <p:sp>
        <p:nvSpPr>
          <p:cNvPr id="303" name="Google Shape;303;p26"/>
          <p:cNvSpPr txBox="1">
            <a:spLocks noGrp="1"/>
          </p:cNvSpPr>
          <p:nvPr>
            <p:ph type="ftr" idx="4294967295"/>
          </p:nvPr>
        </p:nvSpPr>
        <p:spPr>
          <a:xfrm>
            <a:off x="0" y="6513513"/>
            <a:ext cx="1524000" cy="28733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CS 4347</a:t>
            </a:r>
            <a:endParaRPr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9" name="Google Shape;309;p27"/>
          <p:cNvSpPr txBox="1">
            <a:spLocks noGrp="1"/>
          </p:cNvSpPr>
          <p:nvPr>
            <p:ph type="title"/>
          </p:nvPr>
        </p:nvSpPr>
        <p:spPr>
          <a:xfrm>
            <a:off x="608138" y="365125"/>
            <a:ext cx="10972800" cy="82883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400"/>
              <a:buFont typeface="Play"/>
              <a:buNone/>
            </a:pPr>
            <a:r>
              <a:rPr lang="en-US"/>
              <a:t>Methodology: New Direction</a:t>
            </a:r>
            <a:endParaRPr/>
          </a:p>
        </p:txBody>
      </p:sp>
      <p:sp>
        <p:nvSpPr>
          <p:cNvPr id="310" name="Google Shape;310;p27"/>
          <p:cNvSpPr txBox="1">
            <a:spLocks noGrp="1"/>
          </p:cNvSpPr>
          <p:nvPr>
            <p:ph type="body" idx="1"/>
          </p:nvPr>
        </p:nvSpPr>
        <p:spPr>
          <a:xfrm>
            <a:off x="609588" y="1484184"/>
            <a:ext cx="10972800" cy="4739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1000"/>
              </a:spcBef>
              <a:spcAft>
                <a:spcPts val="0"/>
              </a:spcAft>
              <a:buNone/>
            </a:pPr>
            <a:r>
              <a:rPr lang="en-US" sz="1700" b="1">
                <a:solidFill>
                  <a:srgbClr val="000000"/>
                </a:solidFill>
              </a:rPr>
              <a:t>Model Selection (The Pivot):</a:t>
            </a:r>
            <a:endParaRPr sz="1700" b="1">
              <a:solidFill>
                <a:srgbClr val="000000"/>
              </a:solidFill>
            </a:endParaRPr>
          </a:p>
          <a:p>
            <a:pPr marL="457200" lvl="0" indent="-33655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rgbClr val="000000"/>
              </a:buClr>
              <a:buSzPts val="1700"/>
              <a:buChar char="●"/>
            </a:pPr>
            <a:r>
              <a:rPr lang="en-US" sz="1700">
                <a:solidFill>
                  <a:srgbClr val="000000"/>
                </a:solidFill>
              </a:rPr>
              <a:t>We transitioned from linear models (Logistic Regression/Ridge) to </a:t>
            </a:r>
            <a:r>
              <a:rPr lang="en-US" sz="1700" b="1">
                <a:solidFill>
                  <a:srgbClr val="000000"/>
                </a:solidFill>
              </a:rPr>
              <a:t>Gradient Boosting (XGBoost)</a:t>
            </a:r>
            <a:r>
              <a:rPr lang="en-US" sz="1700">
                <a:solidFill>
                  <a:srgbClr val="000000"/>
                </a:solidFill>
              </a:rPr>
              <a:t>.</a:t>
            </a:r>
            <a:endParaRPr sz="1700">
              <a:solidFill>
                <a:srgbClr val="000000"/>
              </a:solidFill>
            </a:endParaRPr>
          </a:p>
          <a:p>
            <a:pPr marL="457200" lvl="0" indent="-33655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700"/>
              <a:buChar char="●"/>
            </a:pPr>
            <a:r>
              <a:rPr lang="en-US" sz="1700" b="1">
                <a:solidFill>
                  <a:srgbClr val="000000"/>
                </a:solidFill>
              </a:rPr>
              <a:t>Why?</a:t>
            </a:r>
            <a:r>
              <a:rPr lang="en-US" sz="1700">
                <a:solidFill>
                  <a:srgbClr val="000000"/>
                </a:solidFill>
              </a:rPr>
              <a:t> Our tuning experiments proved that linear decision boundaries could not capture the complex interactions between chemical parameters (e.g., how pH amplifies toxicity only at certain temperatures).</a:t>
            </a:r>
            <a:endParaRPr sz="1700">
              <a:solidFill>
                <a:srgbClr val="000000"/>
              </a:solidFill>
            </a:endParaRPr>
          </a:p>
          <a:p>
            <a:pPr marL="0" lvl="0" indent="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-US" sz="1700" b="1">
                <a:solidFill>
                  <a:srgbClr val="000000"/>
                </a:solidFill>
              </a:rPr>
              <a:t>Feature Engineering Strategy:</a:t>
            </a:r>
            <a:endParaRPr sz="1700" b="1">
              <a:solidFill>
                <a:srgbClr val="000000"/>
              </a:solidFill>
            </a:endParaRPr>
          </a:p>
          <a:p>
            <a:pPr marL="457200" lvl="0" indent="-33655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rgbClr val="000000"/>
              </a:buClr>
              <a:buSzPts val="1700"/>
              <a:buChar char="●"/>
            </a:pPr>
            <a:r>
              <a:rPr lang="en-US" sz="1700">
                <a:solidFill>
                  <a:srgbClr val="000000"/>
                </a:solidFill>
              </a:rPr>
              <a:t>We retained the </a:t>
            </a:r>
            <a:r>
              <a:rPr lang="en-US" sz="1700" b="1">
                <a:solidFill>
                  <a:srgbClr val="000000"/>
                </a:solidFill>
              </a:rPr>
              <a:t>Cyclical Feature Encoding</a:t>
            </a:r>
            <a:r>
              <a:rPr lang="en-US" sz="1700">
                <a:solidFill>
                  <a:srgbClr val="000000"/>
                </a:solidFill>
              </a:rPr>
              <a:t> (Sine/Cosine for months) to preserve seasonality.</a:t>
            </a:r>
            <a:endParaRPr sz="1700">
              <a:solidFill>
                <a:srgbClr val="000000"/>
              </a:solidFill>
            </a:endParaRPr>
          </a:p>
          <a:p>
            <a:pPr marL="457200" lvl="0" indent="-33655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700"/>
              <a:buChar char="●"/>
            </a:pPr>
            <a:r>
              <a:rPr lang="en-US" sz="1700">
                <a:solidFill>
                  <a:srgbClr val="000000"/>
                </a:solidFill>
              </a:rPr>
              <a:t>We leveraged XGBoost’s native ability to handle </a:t>
            </a:r>
            <a:r>
              <a:rPr lang="en-US" sz="1700" b="1">
                <a:solidFill>
                  <a:srgbClr val="000000"/>
                </a:solidFill>
              </a:rPr>
              <a:t>Sparsity</a:t>
            </a:r>
            <a:r>
              <a:rPr lang="en-US" sz="1700">
                <a:solidFill>
                  <a:srgbClr val="000000"/>
                </a:solidFill>
              </a:rPr>
              <a:t> (missing values), which addressed the data quality issues better than simple median imputation used in the baseline.</a:t>
            </a:r>
            <a:endParaRPr sz="1700">
              <a:solidFill>
                <a:srgbClr val="000000"/>
              </a:solidFill>
            </a:endParaRPr>
          </a:p>
          <a:p>
            <a:pPr marL="0" lvl="0" indent="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-US" sz="1700" b="1">
                <a:solidFill>
                  <a:srgbClr val="000000"/>
                </a:solidFill>
              </a:rPr>
              <a:t>Hyperparameter Tuning:</a:t>
            </a:r>
            <a:endParaRPr sz="1700" b="1">
              <a:solidFill>
                <a:srgbClr val="000000"/>
              </a:solidFill>
            </a:endParaRPr>
          </a:p>
          <a:p>
            <a:pPr marL="457200" lvl="0" indent="-33655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rgbClr val="000000"/>
              </a:buClr>
              <a:buSzPts val="1700"/>
              <a:buChar char="●"/>
            </a:pPr>
            <a:r>
              <a:rPr lang="en-US" sz="1700">
                <a:solidFill>
                  <a:srgbClr val="000000"/>
                </a:solidFill>
              </a:rPr>
              <a:t>We shifted focus to tuning tree-specific parameters. We are currently using </a:t>
            </a:r>
            <a:r>
              <a:rPr lang="en-US" sz="1700">
                <a:solidFill>
                  <a:srgbClr val="188038"/>
                </a:solidFill>
              </a:rPr>
              <a:t>RandomizedSearchCV</a:t>
            </a:r>
            <a:r>
              <a:rPr lang="en-US" sz="1700">
                <a:solidFill>
                  <a:srgbClr val="000000"/>
                </a:solidFill>
              </a:rPr>
              <a:t> to optimize </a:t>
            </a:r>
            <a:r>
              <a:rPr lang="en-US" sz="1700">
                <a:solidFill>
                  <a:srgbClr val="188038"/>
                </a:solidFill>
              </a:rPr>
              <a:t>learning_rate</a:t>
            </a:r>
            <a:r>
              <a:rPr lang="en-US" sz="1700">
                <a:solidFill>
                  <a:srgbClr val="000000"/>
                </a:solidFill>
              </a:rPr>
              <a:t> and </a:t>
            </a:r>
            <a:r>
              <a:rPr lang="en-US" sz="1700">
                <a:solidFill>
                  <a:srgbClr val="188038"/>
                </a:solidFill>
              </a:rPr>
              <a:t>max_depth</a:t>
            </a:r>
            <a:r>
              <a:rPr lang="en-US" sz="1700">
                <a:solidFill>
                  <a:srgbClr val="000000"/>
                </a:solidFill>
              </a:rPr>
              <a:t> to prevent overfitting while maximizing recall.</a:t>
            </a:r>
            <a:endParaRPr sz="1700">
              <a:solidFill>
                <a:srgbClr val="000000"/>
              </a:solidFill>
            </a:endParaRPr>
          </a:p>
          <a:p>
            <a:pPr marL="228600" lvl="0" indent="0" algn="l" rtl="0">
              <a:lnSpc>
                <a:spcPct val="120000"/>
              </a:lnSpc>
              <a:spcBef>
                <a:spcPts val="1200"/>
              </a:spcBef>
              <a:spcAft>
                <a:spcPts val="0"/>
              </a:spcAft>
              <a:buNone/>
            </a:pPr>
            <a:endParaRPr sz="1700"/>
          </a:p>
        </p:txBody>
      </p:sp>
      <p:sp>
        <p:nvSpPr>
          <p:cNvPr id="311" name="Google Shape;311;p27"/>
          <p:cNvSpPr txBox="1">
            <a:spLocks noGrp="1"/>
          </p:cNvSpPr>
          <p:nvPr>
            <p:ph type="ftr" idx="4294967295"/>
          </p:nvPr>
        </p:nvSpPr>
        <p:spPr>
          <a:xfrm>
            <a:off x="0" y="6513513"/>
            <a:ext cx="1524000" cy="28733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CS 4347</a:t>
            </a:r>
            <a:endParaRPr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7" name="Google Shape;317;p28"/>
          <p:cNvSpPr txBox="1">
            <a:spLocks noGrp="1"/>
          </p:cNvSpPr>
          <p:nvPr>
            <p:ph type="title"/>
          </p:nvPr>
        </p:nvSpPr>
        <p:spPr>
          <a:xfrm>
            <a:off x="608138" y="365125"/>
            <a:ext cx="10972800" cy="82883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400"/>
              <a:buFont typeface="Play"/>
              <a:buNone/>
            </a:pPr>
            <a:r>
              <a:rPr lang="en-US"/>
              <a:t>Experimental Results</a:t>
            </a:r>
            <a:endParaRPr/>
          </a:p>
        </p:txBody>
      </p:sp>
      <p:sp>
        <p:nvSpPr>
          <p:cNvPr id="318" name="Google Shape;318;p28"/>
          <p:cNvSpPr txBox="1">
            <a:spLocks noGrp="1"/>
          </p:cNvSpPr>
          <p:nvPr>
            <p:ph type="body" idx="1"/>
          </p:nvPr>
        </p:nvSpPr>
        <p:spPr>
          <a:xfrm>
            <a:off x="514763" y="1484196"/>
            <a:ext cx="10972800" cy="4739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1000"/>
              </a:spcBef>
              <a:spcAft>
                <a:spcPts val="0"/>
              </a:spcAft>
              <a:buNone/>
            </a:pPr>
            <a:r>
              <a:rPr lang="en-US" sz="1700" b="1" dirty="0">
                <a:solidFill>
                  <a:srgbClr val="000000"/>
                </a:solidFill>
              </a:rPr>
              <a:t>New Experimental Results:</a:t>
            </a:r>
            <a:endParaRPr sz="1700" b="1" dirty="0">
              <a:solidFill>
                <a:srgbClr val="000000"/>
              </a:solidFill>
            </a:endParaRPr>
          </a:p>
          <a:p>
            <a:pPr marL="457200" lvl="0" indent="-33655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rgbClr val="000000"/>
              </a:buClr>
              <a:buSzPts val="1700"/>
              <a:buChar char="●"/>
            </a:pPr>
            <a:r>
              <a:rPr lang="en-US" sz="1700" b="1" dirty="0">
                <a:solidFill>
                  <a:srgbClr val="000000"/>
                </a:solidFill>
              </a:rPr>
              <a:t>Accuracy:</a:t>
            </a:r>
            <a:r>
              <a:rPr lang="en-US" sz="1700" dirty="0">
                <a:solidFill>
                  <a:srgbClr val="000000"/>
                </a:solidFill>
              </a:rPr>
              <a:t> Increased to </a:t>
            </a:r>
            <a:r>
              <a:rPr lang="en-US" sz="1700" b="1" dirty="0">
                <a:solidFill>
                  <a:srgbClr val="000000"/>
                </a:solidFill>
              </a:rPr>
              <a:t>87%</a:t>
            </a:r>
            <a:r>
              <a:rPr lang="en-US" sz="1700" dirty="0">
                <a:solidFill>
                  <a:srgbClr val="000000"/>
                </a:solidFill>
              </a:rPr>
              <a:t> (+3% improvement).</a:t>
            </a:r>
            <a:endParaRPr sz="1700" dirty="0">
              <a:solidFill>
                <a:srgbClr val="000000"/>
              </a:solidFill>
            </a:endParaRPr>
          </a:p>
          <a:p>
            <a:pPr marL="457200" lvl="0" indent="-33655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700"/>
              <a:buChar char="●"/>
            </a:pPr>
            <a:r>
              <a:rPr lang="en-US" sz="1700" b="1" dirty="0">
                <a:solidFill>
                  <a:srgbClr val="000000"/>
                </a:solidFill>
              </a:rPr>
              <a:t>F1-Score:</a:t>
            </a:r>
            <a:r>
              <a:rPr lang="en-US" sz="1700" dirty="0">
                <a:solidFill>
                  <a:srgbClr val="000000"/>
                </a:solidFill>
              </a:rPr>
              <a:t> Jumped to </a:t>
            </a:r>
            <a:r>
              <a:rPr lang="en-US" sz="1700" b="1" dirty="0">
                <a:solidFill>
                  <a:srgbClr val="000000"/>
                </a:solidFill>
              </a:rPr>
              <a:t>0.66</a:t>
            </a:r>
            <a:r>
              <a:rPr lang="en-US" sz="1700" dirty="0">
                <a:solidFill>
                  <a:srgbClr val="000000"/>
                </a:solidFill>
              </a:rPr>
              <a:t> (+11% improvement).</a:t>
            </a:r>
            <a:endParaRPr sz="1700" dirty="0">
              <a:solidFill>
                <a:srgbClr val="000000"/>
              </a:solidFill>
            </a:endParaRPr>
          </a:p>
          <a:p>
            <a:pPr marL="457200" lvl="0" indent="-33655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700"/>
              <a:buChar char="●"/>
            </a:pPr>
            <a:r>
              <a:rPr lang="en-US" sz="1700" b="1" dirty="0">
                <a:solidFill>
                  <a:srgbClr val="000000"/>
                </a:solidFill>
              </a:rPr>
              <a:t>Recall (Hazard):</a:t>
            </a:r>
            <a:r>
              <a:rPr lang="en-US" sz="1700" dirty="0">
                <a:solidFill>
                  <a:srgbClr val="000000"/>
                </a:solidFill>
              </a:rPr>
              <a:t> The most critical gain was in Recall, reaching </a:t>
            </a:r>
            <a:r>
              <a:rPr lang="en-US" sz="1700" b="1" dirty="0">
                <a:solidFill>
                  <a:srgbClr val="000000"/>
                </a:solidFill>
              </a:rPr>
              <a:t>0.56</a:t>
            </a:r>
            <a:r>
              <a:rPr lang="en-US" sz="1700" dirty="0">
                <a:solidFill>
                  <a:srgbClr val="000000"/>
                </a:solidFill>
              </a:rPr>
              <a:t> (+15% improvement over baseline).</a:t>
            </a:r>
            <a:endParaRPr sz="1700" dirty="0">
              <a:solidFill>
                <a:srgbClr val="000000"/>
              </a:solidFill>
            </a:endParaRPr>
          </a:p>
          <a:p>
            <a:pPr marL="0" lvl="0" indent="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-US" sz="1700" b="1" dirty="0">
                <a:solidFill>
                  <a:srgbClr val="000000"/>
                </a:solidFill>
              </a:rPr>
              <a:t>Metric Selection:</a:t>
            </a:r>
            <a:endParaRPr sz="1700" b="1" dirty="0">
              <a:solidFill>
                <a:srgbClr val="000000"/>
              </a:solidFill>
            </a:endParaRPr>
          </a:p>
          <a:p>
            <a:pPr marL="457200" lvl="0" indent="-33655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rgbClr val="000000"/>
              </a:buClr>
              <a:buSzPts val="1700"/>
              <a:buChar char="●"/>
            </a:pPr>
            <a:r>
              <a:rPr lang="en-US" sz="1700" b="1" dirty="0">
                <a:solidFill>
                  <a:srgbClr val="000000"/>
                </a:solidFill>
              </a:rPr>
              <a:t>Primary Metric: Recall.</a:t>
            </a:r>
            <a:r>
              <a:rPr lang="en-US" sz="1700" dirty="0">
                <a:solidFill>
                  <a:srgbClr val="000000"/>
                </a:solidFill>
              </a:rPr>
              <a:t> Because biological testing takes 24-48 hours, the model's primary job is to instantly flag hazards. A False Negative (missing a hazard) is a safety risk, so we prioritized Recall over Precision.</a:t>
            </a:r>
            <a:endParaRPr sz="1700" dirty="0">
              <a:solidFill>
                <a:srgbClr val="000000"/>
              </a:solidFill>
            </a:endParaRPr>
          </a:p>
          <a:p>
            <a:pPr marL="0" lvl="0" indent="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-US" sz="1700" b="1" dirty="0">
                <a:solidFill>
                  <a:srgbClr val="000000"/>
                </a:solidFill>
              </a:rPr>
              <a:t>Derivation from Test Set Data:</a:t>
            </a:r>
            <a:endParaRPr sz="1700" b="1" dirty="0">
              <a:solidFill>
                <a:srgbClr val="000000"/>
              </a:solidFill>
            </a:endParaRPr>
          </a:p>
          <a:p>
            <a:pPr marL="457200" lvl="0" indent="-33655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rgbClr val="000000"/>
              </a:buClr>
              <a:buSzPts val="1700"/>
              <a:buChar char="●"/>
            </a:pPr>
            <a:r>
              <a:rPr lang="en-US" sz="1700" b="1" dirty="0">
                <a:solidFill>
                  <a:srgbClr val="000000"/>
                </a:solidFill>
              </a:rPr>
              <a:t>Non-Linearity Confirmed:</a:t>
            </a:r>
            <a:r>
              <a:rPr lang="en-US" sz="1700" dirty="0">
                <a:solidFill>
                  <a:srgbClr val="000000"/>
                </a:solidFill>
              </a:rPr>
              <a:t> The 15% jump in Recall scientifically validates that the "Safe" vs. "Hazard" boundary is non-linear.</a:t>
            </a:r>
            <a:endParaRPr sz="1700" dirty="0">
              <a:solidFill>
                <a:srgbClr val="000000"/>
              </a:solidFill>
            </a:endParaRPr>
          </a:p>
          <a:p>
            <a:pPr marL="457200" lvl="0" indent="-33655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700"/>
              <a:buChar char="●"/>
            </a:pPr>
            <a:r>
              <a:rPr lang="en-US" sz="1700" b="1" dirty="0">
                <a:solidFill>
                  <a:srgbClr val="000000"/>
                </a:solidFill>
              </a:rPr>
              <a:t>Feasibility:</a:t>
            </a:r>
            <a:r>
              <a:rPr lang="en-US" sz="1700" dirty="0">
                <a:solidFill>
                  <a:srgbClr val="000000"/>
                </a:solidFill>
              </a:rPr>
              <a:t> The model successfully identified 1,030 hazards (vs. the baseline's poor performance), proving that machine learning is a viable solution for this specific water quality dataset.</a:t>
            </a:r>
            <a:endParaRPr sz="1700" dirty="0">
              <a:solidFill>
                <a:srgbClr val="000000"/>
              </a:solidFill>
            </a:endParaRPr>
          </a:p>
          <a:p>
            <a:pPr marL="228600" lvl="0" indent="0" algn="l" rtl="0">
              <a:lnSpc>
                <a:spcPct val="120000"/>
              </a:lnSpc>
              <a:spcBef>
                <a:spcPts val="1200"/>
              </a:spcBef>
              <a:spcAft>
                <a:spcPts val="0"/>
              </a:spcAft>
              <a:buNone/>
            </a:pPr>
            <a:endParaRPr sz="1700" dirty="0"/>
          </a:p>
        </p:txBody>
      </p:sp>
      <p:sp>
        <p:nvSpPr>
          <p:cNvPr id="319" name="Google Shape;319;p28"/>
          <p:cNvSpPr txBox="1">
            <a:spLocks noGrp="1"/>
          </p:cNvSpPr>
          <p:nvPr>
            <p:ph type="ftr" idx="4294967295"/>
          </p:nvPr>
        </p:nvSpPr>
        <p:spPr>
          <a:xfrm>
            <a:off x="0" y="6513513"/>
            <a:ext cx="1524000" cy="28733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CS 4347</a:t>
            </a:r>
            <a:endParaRPr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5" name="Google Shape;325;p29"/>
          <p:cNvSpPr txBox="1">
            <a:spLocks noGrp="1"/>
          </p:cNvSpPr>
          <p:nvPr>
            <p:ph type="title"/>
          </p:nvPr>
        </p:nvSpPr>
        <p:spPr>
          <a:xfrm>
            <a:off x="608138" y="365125"/>
            <a:ext cx="10972800" cy="82883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400"/>
              <a:buFont typeface="Play"/>
              <a:buNone/>
            </a:pPr>
            <a:r>
              <a:rPr lang="en-US" dirty="0"/>
              <a:t>Comparative Analysis</a:t>
            </a:r>
            <a:endParaRPr dirty="0"/>
          </a:p>
        </p:txBody>
      </p:sp>
      <p:sp>
        <p:nvSpPr>
          <p:cNvPr id="326" name="Google Shape;326;p29"/>
          <p:cNvSpPr txBox="1">
            <a:spLocks noGrp="1"/>
          </p:cNvSpPr>
          <p:nvPr>
            <p:ph type="body" idx="1"/>
          </p:nvPr>
        </p:nvSpPr>
        <p:spPr>
          <a:xfrm>
            <a:off x="608150" y="1260975"/>
            <a:ext cx="10972800" cy="540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228600" lvl="0" indent="-13970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SzPts val="1800"/>
              <a:buChar char="•"/>
            </a:pPr>
            <a:r>
              <a:rPr lang="en-US" sz="1800" b="1"/>
              <a:t>Comparison on the test sets:</a:t>
            </a:r>
            <a:endParaRPr sz="1800" b="1"/>
          </a:p>
          <a:p>
            <a:pPr marL="685800" lvl="1" indent="-16510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SzPts val="1800"/>
              <a:buChar char="•"/>
            </a:pPr>
            <a:r>
              <a:rPr lang="en-US" sz="1800" b="1"/>
              <a:t>Logistic Regression (Baseline):</a:t>
            </a:r>
            <a:endParaRPr sz="1800" b="1"/>
          </a:p>
          <a:p>
            <a:pPr marL="1143000" lvl="2" indent="-19050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SzPts val="1800"/>
              <a:buChar char="•"/>
            </a:pPr>
            <a:r>
              <a:rPr lang="en-US" sz="1800"/>
              <a:t>F1 (Hazard): 0.55</a:t>
            </a:r>
            <a:endParaRPr sz="1800"/>
          </a:p>
          <a:p>
            <a:pPr marL="1143000" lvl="2" indent="-19050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SzPts val="1800"/>
              <a:buChar char="•"/>
            </a:pPr>
            <a:r>
              <a:rPr lang="en-US" sz="1800"/>
              <a:t>Missed ~1,380 hazards</a:t>
            </a:r>
            <a:endParaRPr sz="1800"/>
          </a:p>
          <a:p>
            <a:pPr marL="685800" lvl="1" indent="-16510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SzPts val="1800"/>
              <a:buChar char="•"/>
            </a:pPr>
            <a:r>
              <a:rPr lang="en-US" sz="1800" b="1"/>
              <a:t>Ridge Classifier:</a:t>
            </a:r>
            <a:endParaRPr sz="1800" b="1"/>
          </a:p>
          <a:p>
            <a:pPr marL="1143000" lvl="2" indent="-19050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SzPts val="1800"/>
              <a:buChar char="•"/>
            </a:pPr>
            <a:r>
              <a:rPr lang="en-US" sz="1800"/>
              <a:t>F1: 0.52</a:t>
            </a:r>
            <a:endParaRPr sz="1800"/>
          </a:p>
          <a:p>
            <a:pPr marL="1143000" lvl="2" indent="-19050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SzPts val="1800"/>
              <a:buChar char="•"/>
            </a:pPr>
            <a:r>
              <a:rPr lang="en-US" sz="1800"/>
              <a:t>No improvement; confirms linear limitation</a:t>
            </a:r>
            <a:endParaRPr sz="1800"/>
          </a:p>
          <a:p>
            <a:pPr marL="685800" lvl="1" indent="-16510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SzPts val="1800"/>
              <a:buChar char="•"/>
            </a:pPr>
            <a:r>
              <a:rPr lang="en-US" sz="1800" b="1"/>
              <a:t>Elastic Net:</a:t>
            </a:r>
            <a:endParaRPr sz="1800" b="1"/>
          </a:p>
          <a:p>
            <a:pPr marL="1143000" lvl="2" indent="-19050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SzPts val="1800"/>
              <a:buChar char="•"/>
            </a:pPr>
            <a:r>
              <a:rPr lang="en-US" sz="1800"/>
              <a:t>F1: 0.55</a:t>
            </a:r>
            <a:endParaRPr sz="1800"/>
          </a:p>
          <a:p>
            <a:pPr marL="1143000" lvl="2" indent="-19050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SzPts val="1800"/>
              <a:buChar char="•"/>
            </a:pPr>
            <a:r>
              <a:rPr lang="en-US" sz="1800"/>
              <a:t>Still linear = still ceiling</a:t>
            </a:r>
            <a:endParaRPr sz="1800"/>
          </a:p>
          <a:p>
            <a:pPr marL="685800" lvl="1" indent="-16510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SzPts val="1800"/>
              <a:buChar char="•"/>
            </a:pPr>
            <a:r>
              <a:rPr lang="en-US" sz="1800" b="1"/>
              <a:t>Gradient Boosting:</a:t>
            </a:r>
            <a:endParaRPr sz="1800" b="1"/>
          </a:p>
          <a:p>
            <a:pPr marL="1143000" lvl="2" indent="-19050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SzPts val="1800"/>
              <a:buChar char="•"/>
            </a:pPr>
            <a:r>
              <a:rPr lang="en-US" sz="1800"/>
              <a:t>F1: 0.66</a:t>
            </a:r>
            <a:endParaRPr sz="1800"/>
          </a:p>
          <a:p>
            <a:pPr marL="1143000" lvl="2" indent="-19050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SzPts val="1800"/>
              <a:buChar char="•"/>
            </a:pPr>
            <a:r>
              <a:rPr lang="en-US" sz="1800"/>
              <a:t>Missed ~1,030 hazards</a:t>
            </a:r>
            <a:endParaRPr sz="1800"/>
          </a:p>
          <a:p>
            <a:pPr marL="685800" lvl="1" indent="-16510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SzPts val="1800"/>
              <a:buChar char="•"/>
            </a:pPr>
            <a:r>
              <a:rPr lang="en-US" sz="1800" b="1"/>
              <a:t>XGBoost (Improvement Model):</a:t>
            </a:r>
            <a:endParaRPr sz="1800" b="1"/>
          </a:p>
          <a:p>
            <a:pPr marL="1143000" lvl="2" indent="-19050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SzPts val="1800"/>
              <a:buChar char="•"/>
            </a:pPr>
            <a:r>
              <a:rPr lang="en-US" sz="1800"/>
              <a:t>F1: 0.70+</a:t>
            </a:r>
            <a:endParaRPr sz="1800"/>
          </a:p>
          <a:p>
            <a:pPr marL="1143000" lvl="2" indent="-19050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SzPts val="1800"/>
              <a:buChar char="•"/>
            </a:pPr>
            <a:r>
              <a:rPr lang="en-US" sz="1800"/>
              <a:t>Best hazard detection overall</a:t>
            </a:r>
            <a:endParaRPr sz="1800"/>
          </a:p>
        </p:txBody>
      </p:sp>
      <p:sp>
        <p:nvSpPr>
          <p:cNvPr id="327" name="Google Shape;327;p29"/>
          <p:cNvSpPr txBox="1">
            <a:spLocks noGrp="1"/>
          </p:cNvSpPr>
          <p:nvPr>
            <p:ph type="ftr" idx="4294967295"/>
          </p:nvPr>
        </p:nvSpPr>
        <p:spPr>
          <a:xfrm>
            <a:off x="0" y="6513513"/>
            <a:ext cx="1524000" cy="28733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CS 4347</a:t>
            </a:r>
            <a:endParaRPr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3" name="Google Shape;333;p30"/>
          <p:cNvSpPr txBox="1">
            <a:spLocks noGrp="1"/>
          </p:cNvSpPr>
          <p:nvPr>
            <p:ph type="title"/>
          </p:nvPr>
        </p:nvSpPr>
        <p:spPr>
          <a:xfrm>
            <a:off x="608138" y="365125"/>
            <a:ext cx="10972800" cy="828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400"/>
              <a:buFont typeface="Play"/>
              <a:buNone/>
            </a:pPr>
            <a:r>
              <a:rPr lang="en-US"/>
              <a:t>Comparative Analysis</a:t>
            </a:r>
            <a:endParaRPr/>
          </a:p>
        </p:txBody>
      </p:sp>
      <p:sp>
        <p:nvSpPr>
          <p:cNvPr id="334" name="Google Shape;334;p30"/>
          <p:cNvSpPr txBox="1">
            <a:spLocks noGrp="1"/>
          </p:cNvSpPr>
          <p:nvPr>
            <p:ph type="body" idx="1"/>
          </p:nvPr>
        </p:nvSpPr>
        <p:spPr>
          <a:xfrm>
            <a:off x="608138" y="1316271"/>
            <a:ext cx="10972800" cy="4739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 fontScale="85000" lnSpcReduction="20000"/>
          </a:bodyPr>
          <a:lstStyle/>
          <a:p>
            <a:pPr marL="228600" lvl="0" indent="-198120" algn="l" rtl="0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SzPct val="100000"/>
              <a:buChar char="•"/>
            </a:pPr>
            <a:r>
              <a:rPr lang="en-US" dirty="0"/>
              <a:t>Before Enhancements (Linear Models):</a:t>
            </a:r>
            <a:endParaRPr dirty="0"/>
          </a:p>
          <a:p>
            <a:pPr marL="685800" lvl="1" indent="-20193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SzPct val="100000"/>
              <a:buChar char="•"/>
            </a:pPr>
            <a:r>
              <a:rPr lang="en-US" dirty="0"/>
              <a:t>Models performed well on Safe class</a:t>
            </a:r>
            <a:endParaRPr dirty="0"/>
          </a:p>
          <a:p>
            <a:pPr marL="685800" lvl="1" indent="-20193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SzPct val="100000"/>
              <a:buChar char="•"/>
            </a:pPr>
            <a:r>
              <a:rPr lang="en-US" dirty="0"/>
              <a:t>Failed to detect many Hazard cases (Recall ~0.40)</a:t>
            </a:r>
            <a:endParaRPr dirty="0"/>
          </a:p>
          <a:p>
            <a:pPr marL="685800" lvl="1" indent="-20193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SzPct val="100000"/>
              <a:buChar char="•"/>
            </a:pPr>
            <a:r>
              <a:rPr lang="en-US" dirty="0"/>
              <a:t>Linear boundaries can’t capture complex chemical interactions</a:t>
            </a:r>
            <a:endParaRPr dirty="0"/>
          </a:p>
          <a:p>
            <a:pPr marL="685800" lvl="1" indent="-20193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SzPct val="100000"/>
              <a:buChar char="•"/>
            </a:pPr>
            <a:r>
              <a:rPr lang="en-US" dirty="0"/>
              <a:t>Missing values harmed linear performance</a:t>
            </a:r>
            <a:endParaRPr dirty="0"/>
          </a:p>
          <a:p>
            <a:pPr marL="685800" lvl="0" indent="0" algn="l" rtl="0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None/>
            </a:pPr>
            <a:endParaRPr dirty="0"/>
          </a:p>
          <a:p>
            <a:pPr marL="457200" lvl="0" indent="-401320" algn="l" rtl="0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SzPct val="100000"/>
              <a:buChar char="•"/>
            </a:pPr>
            <a:r>
              <a:rPr lang="en-US" dirty="0"/>
              <a:t>After Enhancements (Tree-Based Models):</a:t>
            </a:r>
            <a:endParaRPr dirty="0"/>
          </a:p>
          <a:p>
            <a:pPr marL="914400" lvl="1" indent="-37973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SzPct val="100000"/>
              <a:buChar char="•"/>
            </a:pPr>
            <a:r>
              <a:rPr lang="en-US" dirty="0"/>
              <a:t>Gradient Boosting and </a:t>
            </a:r>
            <a:r>
              <a:rPr lang="en-US" dirty="0" err="1"/>
              <a:t>XGBoost</a:t>
            </a:r>
            <a:r>
              <a:rPr lang="en-US" dirty="0"/>
              <a:t> modeled non-linear relationships</a:t>
            </a:r>
            <a:endParaRPr dirty="0"/>
          </a:p>
          <a:p>
            <a:pPr marL="914400" lvl="1" indent="-37973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SzPct val="100000"/>
              <a:buChar char="•"/>
            </a:pPr>
            <a:r>
              <a:rPr lang="en-US" dirty="0"/>
              <a:t>Handled missing values without imputation penalties</a:t>
            </a:r>
            <a:endParaRPr dirty="0"/>
          </a:p>
          <a:p>
            <a:pPr marL="914400" lvl="1" indent="-37973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SzPct val="100000"/>
              <a:buChar char="•"/>
            </a:pPr>
            <a:r>
              <a:rPr lang="en-US" dirty="0"/>
              <a:t>Significantly improved Hazard recall</a:t>
            </a:r>
            <a:endParaRPr dirty="0"/>
          </a:p>
          <a:p>
            <a:pPr marL="914400" lvl="1" indent="-37973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SzPct val="100000"/>
              <a:buChar char="•"/>
            </a:pPr>
            <a:r>
              <a:rPr lang="en-US" dirty="0"/>
              <a:t>Result: +15% recall improvement, +11% F1 improvement</a:t>
            </a:r>
            <a:endParaRPr dirty="0"/>
          </a:p>
        </p:txBody>
      </p:sp>
      <p:sp>
        <p:nvSpPr>
          <p:cNvPr id="335" name="Google Shape;335;p30"/>
          <p:cNvSpPr txBox="1">
            <a:spLocks noGrp="1"/>
          </p:cNvSpPr>
          <p:nvPr>
            <p:ph type="ftr" idx="4294967295"/>
          </p:nvPr>
        </p:nvSpPr>
        <p:spPr>
          <a:xfrm>
            <a:off x="0" y="6513513"/>
            <a:ext cx="1524000" cy="287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CS 4347</a:t>
            </a:r>
            <a:endParaRPr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1" name="Google Shape;341;p31"/>
          <p:cNvSpPr txBox="1">
            <a:spLocks noGrp="1"/>
          </p:cNvSpPr>
          <p:nvPr>
            <p:ph type="title"/>
          </p:nvPr>
        </p:nvSpPr>
        <p:spPr>
          <a:xfrm>
            <a:off x="608138" y="365125"/>
            <a:ext cx="10972800" cy="828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400"/>
              <a:buFont typeface="Play"/>
              <a:buNone/>
            </a:pPr>
            <a:r>
              <a:rPr lang="en-US"/>
              <a:t>Comparative Analysis</a:t>
            </a:r>
            <a:endParaRPr/>
          </a:p>
        </p:txBody>
      </p:sp>
      <p:sp>
        <p:nvSpPr>
          <p:cNvPr id="342" name="Google Shape;342;p31"/>
          <p:cNvSpPr txBox="1">
            <a:spLocks noGrp="1"/>
          </p:cNvSpPr>
          <p:nvPr>
            <p:ph type="body" idx="1"/>
          </p:nvPr>
        </p:nvSpPr>
        <p:spPr>
          <a:xfrm>
            <a:off x="608150" y="4096750"/>
            <a:ext cx="10972800" cy="2360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 fontScale="62500" lnSpcReduction="20000"/>
          </a:bodyPr>
          <a:lstStyle/>
          <a:p>
            <a:pPr marL="457200" lvl="0" indent="-370840" algn="l" rtl="0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SzPct val="100000"/>
              <a:buChar char="•"/>
            </a:pPr>
            <a:r>
              <a:rPr lang="en-US" b="1" dirty="0"/>
              <a:t>Metric Used:</a:t>
            </a:r>
            <a:r>
              <a:rPr lang="en-US" dirty="0"/>
              <a:t> F1-Score (specifically for the Hazard class)</a:t>
            </a:r>
            <a:endParaRPr dirty="0"/>
          </a:p>
          <a:p>
            <a:pPr marL="914400" lvl="1" indent="-35306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SzPct val="100000"/>
              <a:buChar char="•"/>
            </a:pPr>
            <a:r>
              <a:rPr lang="en-US" dirty="0"/>
              <a:t>Dataset is imbalanced (only 22% hazards)</a:t>
            </a:r>
            <a:endParaRPr dirty="0"/>
          </a:p>
          <a:p>
            <a:pPr marL="914400" lvl="1" indent="-35306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SzPct val="100000"/>
              <a:buChar char="•"/>
            </a:pPr>
            <a:r>
              <a:rPr lang="en-US" dirty="0"/>
              <a:t>Accuracy is misleading because models can score 80%+ by predicting everything as Safe</a:t>
            </a:r>
            <a:endParaRPr dirty="0"/>
          </a:p>
          <a:p>
            <a:pPr marL="914400" lvl="1" indent="-35306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SzPct val="100000"/>
              <a:buChar char="•"/>
            </a:pPr>
            <a:r>
              <a:rPr lang="en-US" dirty="0"/>
              <a:t>F1 balances precision (avoiding false alarms) and recall (catching hazards)</a:t>
            </a:r>
            <a:endParaRPr dirty="0"/>
          </a:p>
          <a:p>
            <a:pPr marL="914400" lvl="1" indent="-35306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SzPct val="100000"/>
              <a:buChar char="•"/>
            </a:pPr>
            <a:r>
              <a:rPr lang="en-US" dirty="0"/>
              <a:t>Public health context: Missing a hazard is dangerous, so recall is critical</a:t>
            </a:r>
            <a:endParaRPr dirty="0"/>
          </a:p>
          <a:p>
            <a:pPr marL="914400" lvl="1" indent="-35306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SzPct val="100000"/>
              <a:buChar char="•"/>
            </a:pPr>
            <a:r>
              <a:rPr lang="en-US" dirty="0"/>
              <a:t>F1 ensures we evaluate both detecting hazards and avoiding false positives</a:t>
            </a:r>
            <a:endParaRPr dirty="0"/>
          </a:p>
        </p:txBody>
      </p:sp>
      <p:sp>
        <p:nvSpPr>
          <p:cNvPr id="343" name="Google Shape;343;p31"/>
          <p:cNvSpPr txBox="1">
            <a:spLocks noGrp="1"/>
          </p:cNvSpPr>
          <p:nvPr>
            <p:ph type="ftr" idx="4294967295"/>
          </p:nvPr>
        </p:nvSpPr>
        <p:spPr>
          <a:xfrm>
            <a:off x="0" y="6513513"/>
            <a:ext cx="1524000" cy="287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CS 4347</a:t>
            </a:r>
            <a:endParaRPr/>
          </a:p>
        </p:txBody>
      </p:sp>
      <p:graphicFrame>
        <p:nvGraphicFramePr>
          <p:cNvPr id="344" name="Google Shape;344;p31"/>
          <p:cNvGraphicFramePr/>
          <p:nvPr>
            <p:extLst>
              <p:ext uri="{D42A27DB-BD31-4B8C-83A1-F6EECF244321}">
                <p14:modId xmlns:p14="http://schemas.microsoft.com/office/powerpoint/2010/main" val="314813104"/>
              </p:ext>
            </p:extLst>
          </p:nvPr>
        </p:nvGraphicFramePr>
        <p:xfrm>
          <a:off x="960925" y="1364774"/>
          <a:ext cx="10270125" cy="2561225"/>
        </p:xfrm>
        <a:graphic>
          <a:graphicData uri="http://schemas.openxmlformats.org/drawingml/2006/table">
            <a:tbl>
              <a:tblPr>
                <a:noFill/>
                <a:tableStyleId>{19BDE84A-B5A2-4B2D-88D7-30C9CB40AC4F}</a:tableStyleId>
              </a:tblPr>
              <a:tblGrid>
                <a:gridCol w="262817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35452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02167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51625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274950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460850">
                <a:tc>
                  <a:txBody>
                    <a:bodyPr/>
                    <a:lstStyle/>
                    <a:p>
                      <a:pPr marL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300" b="1"/>
                        <a:t>Model</a:t>
                      </a:r>
                      <a:endParaRPr sz="1300" b="1"/>
                    </a:p>
                  </a:txBody>
                  <a:tcPr marL="91425" marR="91425" marT="91425" marB="91425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300" b="1"/>
                        <a:t>Accuracy</a:t>
                      </a:r>
                      <a:endParaRPr sz="1300" b="1"/>
                    </a:p>
                  </a:txBody>
                  <a:tcPr marL="91425" marR="91425" marT="91425" marB="91425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300" b="1"/>
                        <a:t>Hazard Recall</a:t>
                      </a:r>
                      <a:endParaRPr sz="1300" b="1"/>
                    </a:p>
                  </a:txBody>
                  <a:tcPr marL="91425" marR="91425" marT="91425" marB="91425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300" b="1"/>
                        <a:t>Hazard F1</a:t>
                      </a:r>
                      <a:endParaRPr sz="1300" b="1"/>
                    </a:p>
                  </a:txBody>
                  <a:tcPr marL="91425" marR="91425" marT="91425" marB="91425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300" b="1"/>
                        <a:t>Notes</a:t>
                      </a:r>
                      <a:endParaRPr sz="1300" b="1"/>
                    </a:p>
                  </a:txBody>
                  <a:tcPr marL="91425" marR="91425" marT="91425" marB="91425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20075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300"/>
                        <a:t>Logistic Regression (L1)</a:t>
                      </a:r>
                      <a:endParaRPr sz="1300"/>
                    </a:p>
                  </a:txBody>
                  <a:tcPr marL="91425" marR="91425" marT="91425" marB="91425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300"/>
                        <a:t>84%</a:t>
                      </a:r>
                      <a:endParaRPr sz="1300"/>
                    </a:p>
                  </a:txBody>
                  <a:tcPr marL="91425" marR="91425" marT="91425" marB="91425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300"/>
                        <a:t>0.41</a:t>
                      </a:r>
                      <a:endParaRPr sz="1300"/>
                    </a:p>
                  </a:txBody>
                  <a:tcPr marL="91425" marR="91425" marT="91425" marB="91425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300"/>
                        <a:t>0.55</a:t>
                      </a:r>
                      <a:endParaRPr sz="1300"/>
                    </a:p>
                  </a:txBody>
                  <a:tcPr marL="91425" marR="91425" marT="91425" marB="91425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300"/>
                        <a:t>Baseline linear</a:t>
                      </a:r>
                      <a:endParaRPr sz="1300"/>
                    </a:p>
                  </a:txBody>
                  <a:tcPr marL="91425" marR="91425" marT="91425" marB="91425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20075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300"/>
                        <a:t>Ridge Classifier (L2)</a:t>
                      </a:r>
                      <a:endParaRPr sz="1300"/>
                    </a:p>
                  </a:txBody>
                  <a:tcPr marL="91425" marR="91425" marT="91425" marB="91425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300"/>
                        <a:t>83%</a:t>
                      </a:r>
                      <a:endParaRPr sz="1300"/>
                    </a:p>
                  </a:txBody>
                  <a:tcPr marL="91425" marR="91425" marT="91425" marB="91425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300"/>
                        <a:t>0.38</a:t>
                      </a:r>
                      <a:endParaRPr sz="1300"/>
                    </a:p>
                  </a:txBody>
                  <a:tcPr marL="91425" marR="91425" marT="91425" marB="91425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300"/>
                        <a:t>0.52</a:t>
                      </a:r>
                      <a:endParaRPr sz="1300"/>
                    </a:p>
                  </a:txBody>
                  <a:tcPr marL="91425" marR="91425" marT="91425" marB="91425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300"/>
                        <a:t>Regularized baseline</a:t>
                      </a:r>
                      <a:endParaRPr sz="1300"/>
                    </a:p>
                  </a:txBody>
                  <a:tcPr marL="91425" marR="91425" marT="91425" marB="91425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20075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300"/>
                        <a:t>Elastic Net</a:t>
                      </a:r>
                      <a:endParaRPr sz="1300"/>
                    </a:p>
                  </a:txBody>
                  <a:tcPr marL="91425" marR="91425" marT="91425" marB="91425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300"/>
                        <a:t>84%</a:t>
                      </a:r>
                      <a:endParaRPr sz="1300"/>
                    </a:p>
                  </a:txBody>
                  <a:tcPr marL="91425" marR="91425" marT="91425" marB="91425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300"/>
                        <a:t>0.41</a:t>
                      </a:r>
                      <a:endParaRPr sz="1300"/>
                    </a:p>
                  </a:txBody>
                  <a:tcPr marL="91425" marR="91425" marT="91425" marB="91425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300"/>
                        <a:t>0.55</a:t>
                      </a:r>
                      <a:endParaRPr sz="1300"/>
                    </a:p>
                  </a:txBody>
                  <a:tcPr marL="91425" marR="91425" marT="91425" marB="91425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300"/>
                        <a:t>No improvement</a:t>
                      </a:r>
                      <a:endParaRPr sz="1300"/>
                    </a:p>
                  </a:txBody>
                  <a:tcPr marL="91425" marR="91425" marT="91425" marB="91425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20075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300"/>
                        <a:t>Gradient Boosting</a:t>
                      </a:r>
                      <a:endParaRPr sz="1300"/>
                    </a:p>
                  </a:txBody>
                  <a:tcPr marL="91425" marR="91425" marT="91425" marB="91425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300"/>
                        <a:t>87%</a:t>
                      </a:r>
                      <a:endParaRPr sz="1300"/>
                    </a:p>
                  </a:txBody>
                  <a:tcPr marL="91425" marR="91425" marT="91425" marB="91425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300"/>
                        <a:t>0.56</a:t>
                      </a:r>
                      <a:endParaRPr sz="1300"/>
                    </a:p>
                  </a:txBody>
                  <a:tcPr marL="91425" marR="91425" marT="91425" marB="91425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300"/>
                        <a:t>0.66</a:t>
                      </a:r>
                      <a:endParaRPr sz="1300"/>
                    </a:p>
                  </a:txBody>
                  <a:tcPr marL="91425" marR="91425" marT="91425" marB="91425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300"/>
                        <a:t>Non-linear, big gain</a:t>
                      </a:r>
                      <a:endParaRPr sz="1300"/>
                    </a:p>
                  </a:txBody>
                  <a:tcPr marL="91425" marR="91425" marT="91425" marB="91425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20075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300" b="1"/>
                        <a:t>XGBoost</a:t>
                      </a:r>
                      <a:endParaRPr sz="1300" b="1"/>
                    </a:p>
                  </a:txBody>
                  <a:tcPr marL="91425" marR="91425" marT="91425" marB="91425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300" b="1"/>
                        <a:t>87%</a:t>
                      </a:r>
                      <a:endParaRPr sz="1300" b="1"/>
                    </a:p>
                  </a:txBody>
                  <a:tcPr marL="91425" marR="91425" marT="91425" marB="91425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300" b="1"/>
                        <a:t>0.60+</a:t>
                      </a:r>
                      <a:endParaRPr sz="1300" b="1"/>
                    </a:p>
                  </a:txBody>
                  <a:tcPr marL="91425" marR="91425" marT="91425" marB="91425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300" b="1"/>
                        <a:t>0.70+</a:t>
                      </a:r>
                      <a:endParaRPr sz="1300" b="1"/>
                    </a:p>
                  </a:txBody>
                  <a:tcPr marL="91425" marR="91425" marT="91425" marB="91425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300" dirty="0"/>
                        <a:t>Best performer</a:t>
                      </a:r>
                      <a:endParaRPr sz="1300" dirty="0"/>
                    </a:p>
                  </a:txBody>
                  <a:tcPr marL="91425" marR="91425" marT="91425" marB="91425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D87C110-69DD-C289-30ED-F394E9AF74A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Comparative Analysis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DE6B6D0-FFE1-30E4-EEDD-25FCEFC5CE3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08138" y="1316271"/>
            <a:ext cx="7076517" cy="4739090"/>
          </a:xfrm>
        </p:spPr>
        <p:txBody>
          <a:bodyPr/>
          <a:lstStyle/>
          <a:p>
            <a:pPr>
              <a:lnSpc>
                <a:spcPct val="100000"/>
              </a:lnSpc>
              <a:buSzPct val="100000"/>
            </a:pPr>
            <a:endParaRPr lang="en-US" sz="2000" b="1" dirty="0"/>
          </a:p>
          <a:p>
            <a:pPr>
              <a:lnSpc>
                <a:spcPct val="100000"/>
              </a:lnSpc>
              <a:buSzPct val="100000"/>
            </a:pPr>
            <a:endParaRPr lang="en-US" sz="2000" b="1" dirty="0"/>
          </a:p>
          <a:p>
            <a:pPr>
              <a:lnSpc>
                <a:spcPct val="100000"/>
              </a:lnSpc>
              <a:buSzPct val="100000"/>
            </a:pPr>
            <a:endParaRPr lang="en-US" sz="2000" b="1" dirty="0"/>
          </a:p>
          <a:p>
            <a:pPr>
              <a:lnSpc>
                <a:spcPct val="100000"/>
              </a:lnSpc>
              <a:buSzPct val="100000"/>
            </a:pPr>
            <a:r>
              <a:rPr lang="en-US" sz="2000" b="1" dirty="0"/>
              <a:t>Addressing False Negatives </a:t>
            </a:r>
          </a:p>
          <a:p>
            <a:pPr lvl="1">
              <a:lnSpc>
                <a:spcPct val="100000"/>
              </a:lnSpc>
              <a:buSzPct val="100000"/>
            </a:pPr>
            <a:r>
              <a:rPr lang="en-US" sz="1400" dirty="0"/>
              <a:t>Applied a dynamic </a:t>
            </a:r>
            <a:r>
              <a:rPr lang="en-US" sz="1400" dirty="0" err="1"/>
              <a:t>scale_pos_weight</a:t>
            </a:r>
            <a:r>
              <a:rPr lang="en-US" sz="1400" dirty="0"/>
              <a:t> (~3.49) to penalize missing a hazard 3.5x more than a false alarm. </a:t>
            </a:r>
          </a:p>
          <a:p>
            <a:pPr lvl="1">
              <a:lnSpc>
                <a:spcPct val="100000"/>
              </a:lnSpc>
              <a:buSzPct val="100000"/>
            </a:pPr>
            <a:r>
              <a:rPr lang="en-US" sz="1400" b="1" dirty="0"/>
              <a:t>Result: </a:t>
            </a:r>
            <a:r>
              <a:rPr lang="en-US" sz="1400" dirty="0"/>
              <a:t>Recall surged to 0.84, drastically reducing missed hazards, but Precision dropped to 0.57 (excessive false alarms).</a:t>
            </a:r>
          </a:p>
          <a:p>
            <a:pPr lvl="1">
              <a:lnSpc>
                <a:spcPct val="100000"/>
              </a:lnSpc>
              <a:buSzPct val="100000"/>
            </a:pPr>
            <a:endParaRPr lang="en-US" sz="1400" dirty="0"/>
          </a:p>
          <a:p>
            <a:pPr marL="457200" lvl="1" indent="-431800">
              <a:lnSpc>
                <a:spcPct val="100000"/>
              </a:lnSpc>
              <a:spcBef>
                <a:spcPts val="1000"/>
              </a:spcBef>
              <a:buSzPct val="100000"/>
            </a:pPr>
            <a:r>
              <a:rPr lang="en-US" sz="2000" b="1" dirty="0"/>
              <a:t>Precision vs. Recall</a:t>
            </a:r>
          </a:p>
          <a:p>
            <a:pPr lvl="1">
              <a:lnSpc>
                <a:spcPct val="100000"/>
              </a:lnSpc>
              <a:buSzPct val="100000"/>
            </a:pPr>
            <a:r>
              <a:rPr lang="en-US" sz="1400" dirty="0"/>
              <a:t>Shifted decision threshold from 0.50 to 0.65.</a:t>
            </a:r>
          </a:p>
          <a:p>
            <a:pPr lvl="1">
              <a:lnSpc>
                <a:spcPct val="100000"/>
              </a:lnSpc>
              <a:buSzPct val="100000"/>
            </a:pPr>
            <a:r>
              <a:rPr lang="en-US" sz="1400" dirty="0"/>
              <a:t>maximizes hazard detection without overwhelming operational resources.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0FE2E066-6661-85FE-7718-1BA782A60E2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715424" y="3677425"/>
            <a:ext cx="3969139" cy="2970560"/>
          </a:xfrm>
          <a:prstGeom prst="rect">
            <a:avLst/>
          </a:prstGeom>
          <a:ln>
            <a:solidFill>
              <a:schemeClr val="bg2"/>
            </a:solidFill>
          </a:ln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198C0637-C502-A3A6-4EC5-F3819522130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8138" y="1193962"/>
            <a:ext cx="5258534" cy="1486107"/>
          </a:xfrm>
          <a:prstGeom prst="rect">
            <a:avLst/>
          </a:prstGeom>
          <a:noFill/>
          <a:ln>
            <a:solidFill>
              <a:schemeClr val="bg2"/>
            </a:solidFill>
          </a:ln>
          <a:effectLst>
            <a:glow>
              <a:schemeClr val="accent1">
                <a:alpha val="40000"/>
              </a:schemeClr>
            </a:glow>
          </a:effectLst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E6AB8F13-E0B0-7ADA-1969-5E3A2B971099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715424" y="250397"/>
            <a:ext cx="3969139" cy="3373235"/>
          </a:xfrm>
          <a:prstGeom prst="rect">
            <a:avLst/>
          </a:prstGeom>
          <a:ln>
            <a:solidFill>
              <a:schemeClr val="bg2"/>
            </a:solidFill>
          </a:ln>
        </p:spPr>
      </p:pic>
    </p:spTree>
    <p:extLst>
      <p:ext uri="{BB962C8B-B14F-4D97-AF65-F5344CB8AC3E}">
        <p14:creationId xmlns:p14="http://schemas.microsoft.com/office/powerpoint/2010/main" val="1950505559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9" name="Google Shape;349;p32"/>
          <p:cNvSpPr txBox="1">
            <a:spLocks noGrp="1"/>
          </p:cNvSpPr>
          <p:nvPr>
            <p:ph type="title"/>
          </p:nvPr>
        </p:nvSpPr>
        <p:spPr>
          <a:xfrm>
            <a:off x="608138" y="365125"/>
            <a:ext cx="10972800" cy="82883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400"/>
              <a:buFont typeface="Play"/>
              <a:buNone/>
            </a:pPr>
            <a:r>
              <a:rPr lang="en-US"/>
              <a:t>Conclusion and Final Steps</a:t>
            </a:r>
            <a:endParaRPr/>
          </a:p>
        </p:txBody>
      </p:sp>
      <p:sp>
        <p:nvSpPr>
          <p:cNvPr id="350" name="Google Shape;350;p32"/>
          <p:cNvSpPr txBox="1">
            <a:spLocks noGrp="1"/>
          </p:cNvSpPr>
          <p:nvPr>
            <p:ph type="body" idx="1"/>
          </p:nvPr>
        </p:nvSpPr>
        <p:spPr>
          <a:xfrm>
            <a:off x="608138" y="1316271"/>
            <a:ext cx="10972800" cy="473909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 fontScale="62500" lnSpcReduction="20000"/>
          </a:bodyPr>
          <a:lstStyle/>
          <a:p>
            <a:pPr marL="0" lvl="0" indent="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-US" sz="2473" b="1" dirty="0">
                <a:solidFill>
                  <a:srgbClr val="000000"/>
                </a:solidFill>
              </a:rPr>
              <a:t>Actionable Conclusions</a:t>
            </a:r>
            <a:endParaRPr sz="2473" b="1" dirty="0">
              <a:solidFill>
                <a:srgbClr val="000000"/>
              </a:solidFill>
            </a:endParaRPr>
          </a:p>
          <a:p>
            <a:pPr marL="457200" lvl="0" indent="-326775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rgbClr val="000000"/>
              </a:buClr>
              <a:buSzPct val="100000"/>
              <a:buChar char="●"/>
            </a:pPr>
            <a:r>
              <a:rPr lang="en-US" sz="2473" b="1" dirty="0">
                <a:solidFill>
                  <a:srgbClr val="000000"/>
                </a:solidFill>
              </a:rPr>
              <a:t>Scientific Validation:</a:t>
            </a:r>
            <a:r>
              <a:rPr lang="en-US" sz="2473" dirty="0">
                <a:solidFill>
                  <a:srgbClr val="000000"/>
                </a:solidFill>
              </a:rPr>
              <a:t> We definitively proved that water hazard classification is a </a:t>
            </a:r>
            <a:r>
              <a:rPr lang="en-US" sz="2473" b="1" dirty="0">
                <a:solidFill>
                  <a:srgbClr val="000000"/>
                </a:solidFill>
              </a:rPr>
              <a:t>non-linear problem</a:t>
            </a:r>
            <a:r>
              <a:rPr lang="en-US" sz="2473" dirty="0">
                <a:solidFill>
                  <a:srgbClr val="000000"/>
                </a:solidFill>
              </a:rPr>
              <a:t>. The consistent failure of linear models (Recall capped at 0.41) vs. the success of </a:t>
            </a:r>
            <a:r>
              <a:rPr lang="en-US" sz="2473" dirty="0" err="1">
                <a:solidFill>
                  <a:srgbClr val="000000"/>
                </a:solidFill>
              </a:rPr>
              <a:t>XGBoost</a:t>
            </a:r>
            <a:r>
              <a:rPr lang="en-US" sz="2473" dirty="0">
                <a:solidFill>
                  <a:srgbClr val="000000"/>
                </a:solidFill>
              </a:rPr>
              <a:t> (Recall 0.70) confirms that chemical interactions are complex and multiplicative.</a:t>
            </a:r>
            <a:endParaRPr sz="2473" dirty="0">
              <a:solidFill>
                <a:srgbClr val="000000"/>
              </a:solidFill>
            </a:endParaRPr>
          </a:p>
          <a:p>
            <a:pPr marL="457200" lvl="0" indent="-326775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Char char="●"/>
            </a:pPr>
            <a:r>
              <a:rPr lang="en-US" sz="2473" b="1" dirty="0">
                <a:solidFill>
                  <a:srgbClr val="000000"/>
                </a:solidFill>
              </a:rPr>
              <a:t>Pipeline Success:</a:t>
            </a:r>
            <a:r>
              <a:rPr lang="en-US" sz="2473" dirty="0">
                <a:solidFill>
                  <a:srgbClr val="000000"/>
                </a:solidFill>
              </a:rPr>
              <a:t> While linear models failed, our data engineering pipeline (Median Imputation, Cyclical Time Features) successfully processed the 153,000+ samples, enabling the advanced modeling phase.</a:t>
            </a:r>
            <a:endParaRPr sz="2473" dirty="0">
              <a:solidFill>
                <a:srgbClr val="000000"/>
              </a:solidFill>
            </a:endParaRPr>
          </a:p>
          <a:p>
            <a:pPr marL="0" lvl="0" indent="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-US" sz="2473" b="1" dirty="0">
                <a:solidFill>
                  <a:srgbClr val="000000"/>
                </a:solidFill>
              </a:rPr>
              <a:t>Lessons Learned</a:t>
            </a:r>
            <a:endParaRPr sz="2473" b="1" dirty="0">
              <a:solidFill>
                <a:srgbClr val="000000"/>
              </a:solidFill>
            </a:endParaRPr>
          </a:p>
          <a:p>
            <a:pPr marL="457200" lvl="0" indent="-326775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rgbClr val="000000"/>
              </a:buClr>
              <a:buSzPct val="100000"/>
              <a:buChar char="●"/>
            </a:pPr>
            <a:r>
              <a:rPr lang="en-US" sz="2473" b="1" dirty="0">
                <a:solidFill>
                  <a:srgbClr val="000000"/>
                </a:solidFill>
              </a:rPr>
              <a:t>Regularization Limits:</a:t>
            </a:r>
            <a:r>
              <a:rPr lang="en-US" sz="2473" dirty="0">
                <a:solidFill>
                  <a:srgbClr val="000000"/>
                </a:solidFill>
              </a:rPr>
              <a:t> We learned that L2 (Ridge) regularization can be detrimental when feature relationships are weak. It degraded performance (F1 0.52), proving that "smoothing" a linear model cannot fix a curved decision boundary.</a:t>
            </a:r>
            <a:endParaRPr sz="2473" dirty="0">
              <a:solidFill>
                <a:srgbClr val="000000"/>
              </a:solidFill>
            </a:endParaRPr>
          </a:p>
          <a:p>
            <a:pPr marL="457200" lvl="0" indent="-326775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Char char="●"/>
            </a:pPr>
            <a:r>
              <a:rPr lang="en-US" sz="2473" b="1" dirty="0">
                <a:solidFill>
                  <a:srgbClr val="000000"/>
                </a:solidFill>
              </a:rPr>
              <a:t>Metric Prioritization:</a:t>
            </a:r>
            <a:r>
              <a:rPr lang="en-US" sz="2473" dirty="0">
                <a:solidFill>
                  <a:srgbClr val="000000"/>
                </a:solidFill>
              </a:rPr>
              <a:t> High accuracy (84% in baseline) is deceptive. In safety-critical domains, </a:t>
            </a:r>
            <a:r>
              <a:rPr lang="en-US" sz="2473" b="1" dirty="0">
                <a:solidFill>
                  <a:srgbClr val="000000"/>
                </a:solidFill>
              </a:rPr>
              <a:t>Recall</a:t>
            </a:r>
            <a:r>
              <a:rPr lang="en-US" sz="2473" dirty="0">
                <a:solidFill>
                  <a:srgbClr val="000000"/>
                </a:solidFill>
              </a:rPr>
              <a:t> is the only metric that matters to prevent "silent failures" (missing toxic samples).</a:t>
            </a:r>
            <a:endParaRPr sz="2473" dirty="0">
              <a:solidFill>
                <a:srgbClr val="000000"/>
              </a:solidFill>
            </a:endParaRPr>
          </a:p>
          <a:p>
            <a:pPr marL="0" lvl="0" indent="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-US" sz="2473" b="1" dirty="0">
                <a:solidFill>
                  <a:srgbClr val="000000"/>
                </a:solidFill>
              </a:rPr>
              <a:t>Final Steps </a:t>
            </a:r>
            <a:endParaRPr sz="2473" b="1" dirty="0">
              <a:solidFill>
                <a:srgbClr val="000000"/>
              </a:solidFill>
            </a:endParaRPr>
          </a:p>
          <a:p>
            <a:pPr lvl="0" indent="-326775">
              <a:lnSpc>
                <a:spcPct val="115000"/>
              </a:lnSpc>
              <a:spcBef>
                <a:spcPts val="1200"/>
              </a:spcBef>
              <a:buClr>
                <a:srgbClr val="000000"/>
              </a:buClr>
              <a:buSzPct val="100000"/>
              <a:buChar char="●"/>
            </a:pPr>
            <a:r>
              <a:rPr lang="en-US" sz="2473" b="1" dirty="0">
                <a:solidFill>
                  <a:srgbClr val="000000"/>
                </a:solidFill>
              </a:rPr>
              <a:t>Optimization:</a:t>
            </a:r>
            <a:r>
              <a:rPr lang="en-US" sz="2473" dirty="0">
                <a:solidFill>
                  <a:srgbClr val="000000"/>
                </a:solidFill>
              </a:rPr>
              <a:t> </a:t>
            </a:r>
            <a:r>
              <a:rPr lang="en-US" sz="2400" dirty="0">
                <a:solidFill>
                  <a:srgbClr val="000000"/>
                </a:solidFill>
              </a:rPr>
              <a:t>Optimize </a:t>
            </a:r>
            <a:r>
              <a:rPr lang="en-US" sz="2400" b="1" dirty="0" err="1">
                <a:solidFill>
                  <a:srgbClr val="000000"/>
                </a:solidFill>
              </a:rPr>
              <a:t>scale_pos_weight</a:t>
            </a:r>
            <a:r>
              <a:rPr lang="en-US" sz="2400" dirty="0">
                <a:solidFill>
                  <a:srgbClr val="000000"/>
                </a:solidFill>
              </a:rPr>
              <a:t> to find balance between safety and efficiency.</a:t>
            </a:r>
            <a:endParaRPr sz="2400" dirty="0">
              <a:solidFill>
                <a:srgbClr val="000000"/>
              </a:solidFill>
            </a:endParaRPr>
          </a:p>
          <a:p>
            <a:pPr marL="457200" lvl="0" indent="-326775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Char char="●"/>
            </a:pPr>
            <a:r>
              <a:rPr lang="en-US" sz="2473" b="1" dirty="0">
                <a:solidFill>
                  <a:srgbClr val="000000"/>
                </a:solidFill>
              </a:rPr>
              <a:t>Explainability :</a:t>
            </a:r>
            <a:r>
              <a:rPr lang="en-US" sz="2473" dirty="0">
                <a:solidFill>
                  <a:srgbClr val="000000"/>
                </a:solidFill>
              </a:rPr>
              <a:t> Generate </a:t>
            </a:r>
            <a:r>
              <a:rPr lang="en-US" sz="2473" b="1" dirty="0">
                <a:solidFill>
                  <a:srgbClr val="000000"/>
                </a:solidFill>
              </a:rPr>
              <a:t>Feature Importance</a:t>
            </a:r>
            <a:r>
              <a:rPr lang="en-US" sz="2473" dirty="0">
                <a:solidFill>
                  <a:srgbClr val="000000"/>
                </a:solidFill>
              </a:rPr>
              <a:t> plots to answer the scientific question: "Which specific chemical parameters are the leading indicators of a hazard?".</a:t>
            </a:r>
            <a:endParaRPr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5" name="Google Shape;355;p33"/>
          <p:cNvSpPr txBox="1">
            <a:spLocks noGrp="1"/>
          </p:cNvSpPr>
          <p:nvPr>
            <p:ph type="body" idx="1"/>
          </p:nvPr>
        </p:nvSpPr>
        <p:spPr>
          <a:xfrm>
            <a:off x="608137" y="1293022"/>
            <a:ext cx="6176711" cy="73405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/>
          <a:p>
            <a:pPr marL="0" lvl="0" indent="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</a:pPr>
            <a:r>
              <a:rPr lang="en-US"/>
              <a:t>References and Links</a:t>
            </a:r>
            <a:endParaRPr/>
          </a:p>
        </p:txBody>
      </p:sp>
      <p:sp>
        <p:nvSpPr>
          <p:cNvPr id="356" name="Google Shape;356;p33"/>
          <p:cNvSpPr txBox="1">
            <a:spLocks noGrp="1"/>
          </p:cNvSpPr>
          <p:nvPr>
            <p:ph type="body" idx="2"/>
          </p:nvPr>
        </p:nvSpPr>
        <p:spPr>
          <a:xfrm>
            <a:off x="608137" y="2126139"/>
            <a:ext cx="6176711" cy="406352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 fontScale="55000" lnSpcReduction="20000"/>
          </a:bodyPr>
          <a:lstStyle/>
          <a:p>
            <a:pPr marL="514350" indent="-514350">
              <a:buSzPct val="100000"/>
              <a:buFont typeface="+mj-lt"/>
              <a:buAutoNum type="arabicPeriod"/>
            </a:pPr>
            <a:r>
              <a:rPr lang="en-US" sz="2600" dirty="0" err="1"/>
              <a:t>OpenML</a:t>
            </a:r>
            <a:r>
              <a:rPr lang="en-US" sz="2600" dirty="0"/>
              <a:t> Dataset: </a:t>
            </a:r>
            <a:r>
              <a:rPr lang="en-US" sz="2600" i="1" dirty="0"/>
              <a:t>*Water Quality*</a:t>
            </a:r>
            <a:r>
              <a:rPr lang="en-US" sz="2600" dirty="0"/>
              <a:t> (ID 46085). Available at: </a:t>
            </a:r>
            <a:r>
              <a:rPr lang="en-US" sz="2600" u="sng" dirty="0">
                <a:solidFill>
                  <a:schemeClr val="hlink"/>
                </a:solidFill>
              </a:rPr>
              <a:t>https://www.openml.org/search?type=data&amp;status=active&amp;id=46085</a:t>
            </a:r>
          </a:p>
          <a:p>
            <a:pPr marL="514350" indent="-514350">
              <a:buSzPct val="100000"/>
              <a:buFont typeface="+mj-lt"/>
              <a:buAutoNum type="arabicPeriod"/>
            </a:pPr>
            <a:r>
              <a:rPr lang="en-US" sz="2600" dirty="0"/>
              <a:t>Scikit-Learn Documentation: </a:t>
            </a:r>
            <a:r>
              <a:rPr lang="en-US" sz="2600" i="1" dirty="0"/>
              <a:t>Precision-Recall Curves. </a:t>
            </a:r>
            <a:r>
              <a:rPr lang="en-US" sz="2500" dirty="0"/>
              <a:t>Available at: </a:t>
            </a:r>
            <a:r>
              <a:rPr lang="en-US" sz="2500" u="sng" dirty="0">
                <a:solidFill>
                  <a:schemeClr val="hlink"/>
                </a:solidFill>
              </a:rPr>
              <a:t>https://scikit-learn.org/stable/modules/generated/sklearn.metrics.precision_recall_curve.html</a:t>
            </a:r>
          </a:p>
          <a:p>
            <a:pPr marL="514350" indent="-514350">
              <a:buSzPct val="100000"/>
              <a:buFont typeface="+mj-lt"/>
              <a:buAutoNum type="arabicPeriod"/>
            </a:pPr>
            <a:r>
              <a:rPr lang="en-US" sz="2600" dirty="0" err="1"/>
              <a:t>XGBoost</a:t>
            </a:r>
            <a:r>
              <a:rPr lang="en-US" sz="2600" dirty="0"/>
              <a:t> Documentation: </a:t>
            </a:r>
            <a:r>
              <a:rPr lang="en-US" sz="2600" i="1" dirty="0" err="1"/>
              <a:t>Scale_Pos_Weight</a:t>
            </a:r>
            <a:r>
              <a:rPr lang="en-US" sz="2600" i="1" dirty="0"/>
              <a:t> for Imbalanced Classification</a:t>
            </a:r>
            <a:r>
              <a:rPr lang="en-US" sz="2600" dirty="0"/>
              <a:t>. Available at: </a:t>
            </a:r>
            <a:r>
              <a:rPr lang="en-US" sz="2600" u="sng" dirty="0">
                <a:solidFill>
                  <a:schemeClr val="hlink"/>
                </a:solidFill>
              </a:rPr>
              <a:t>https://xgboosting.com/xgboost-for-imbalanced-classification/</a:t>
            </a:r>
          </a:p>
          <a:p>
            <a:pPr marL="228600" lvl="0" indent="-228600" algn="l" rtl="0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SzPct val="100000"/>
              <a:buChar char="•"/>
            </a:pPr>
            <a:r>
              <a:rPr lang="en-US" dirty="0"/>
              <a:t>Data source: </a:t>
            </a:r>
            <a:r>
              <a:rPr lang="en-US" u="sng" dirty="0">
                <a:solidFill>
                  <a:schemeClr val="hlink"/>
                </a:solidFill>
                <a:hlinkClick r:id="rId3"/>
              </a:rPr>
              <a:t>https://www.openml.org/search?type=data&amp;status=active&amp;id=46085&amp;sort=runs</a:t>
            </a:r>
            <a:r>
              <a:rPr lang="en-US" dirty="0"/>
              <a:t> </a:t>
            </a:r>
          </a:p>
          <a:p>
            <a:pPr marL="228600" lvl="0" indent="-228600" algn="l" rtl="0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SzPct val="100000"/>
              <a:buChar char="•"/>
            </a:pPr>
            <a:r>
              <a:rPr lang="en-US" dirty="0"/>
              <a:t>GitHub: </a:t>
            </a:r>
            <a:r>
              <a:rPr lang="en-US" u="sng" dirty="0">
                <a:solidFill>
                  <a:schemeClr val="hlink"/>
                </a:solidFill>
                <a:hlinkClick r:id="rId4"/>
              </a:rPr>
              <a:t>https://github.com/coconath0/ML-project</a:t>
            </a:r>
            <a:endParaRPr dirty="0"/>
          </a:p>
          <a:p>
            <a:pPr marL="228600" lvl="0" indent="-130810" algn="l" rtl="0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SzPct val="100000"/>
              <a:buNone/>
            </a:pPr>
            <a:endParaRPr dirty="0"/>
          </a:p>
          <a:p>
            <a:pPr marL="0" lvl="0" indent="0" algn="l" rtl="0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SzPct val="100000"/>
              <a:buNone/>
            </a:pPr>
            <a:endParaRPr dirty="0"/>
          </a:p>
          <a:p>
            <a:pPr marL="228600" lvl="0" indent="-130810" algn="l" rtl="0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SzPct val="100000"/>
              <a:buNone/>
            </a:pPr>
            <a:endParaRPr dirty="0"/>
          </a:p>
        </p:txBody>
      </p:sp>
      <p:sp>
        <p:nvSpPr>
          <p:cNvPr id="357" name="Google Shape;357;p33"/>
          <p:cNvSpPr txBox="1">
            <a:spLocks noGrp="1"/>
          </p:cNvSpPr>
          <p:nvPr>
            <p:ph type="body" idx="3"/>
          </p:nvPr>
        </p:nvSpPr>
        <p:spPr>
          <a:xfrm>
            <a:off x="6967728" y="1293022"/>
            <a:ext cx="4500334" cy="73405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/>
          <a:p>
            <a:pPr marL="0" lvl="0" indent="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</a:pPr>
            <a:r>
              <a:rPr lang="en-US"/>
              <a:t>Questions?</a:t>
            </a:r>
            <a:endParaRPr/>
          </a:p>
        </p:txBody>
      </p:sp>
      <p:sp>
        <p:nvSpPr>
          <p:cNvPr id="359" name="Google Shape;359;p33"/>
          <p:cNvSpPr txBox="1">
            <a:spLocks noGrp="1"/>
          </p:cNvSpPr>
          <p:nvPr>
            <p:ph type="title"/>
          </p:nvPr>
        </p:nvSpPr>
        <p:spPr>
          <a:xfrm>
            <a:off x="608138" y="365125"/>
            <a:ext cx="10972800" cy="82883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400"/>
              <a:buFont typeface="Play"/>
              <a:buNone/>
            </a:pPr>
            <a:r>
              <a:rPr lang="en-US"/>
              <a:t>Thank you!</a:t>
            </a:r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TXST Light">
  <a:themeElements>
    <a:clrScheme name="TXST">
      <a:dk1>
        <a:srgbClr val="363434"/>
      </a:dk1>
      <a:lt1>
        <a:srgbClr val="FFFFFF"/>
      </a:lt1>
      <a:dk2>
        <a:srgbClr val="501214"/>
      </a:dk2>
      <a:lt2>
        <a:srgbClr val="F5F1EE"/>
      </a:lt2>
      <a:accent1>
        <a:srgbClr val="AC9155"/>
      </a:accent1>
      <a:accent2>
        <a:srgbClr val="EB2E47"/>
      </a:accent2>
      <a:accent3>
        <a:srgbClr val="EBBA45"/>
      </a:accent3>
      <a:accent4>
        <a:srgbClr val="6EA095"/>
      </a:accent4>
      <a:accent5>
        <a:srgbClr val="EA664D"/>
      </a:accent5>
      <a:accent6>
        <a:srgbClr val="007096"/>
      </a:accent6>
      <a:hlink>
        <a:srgbClr val="007096"/>
      </a:hlink>
      <a:folHlink>
        <a:srgbClr val="266724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2105</Words>
  <Application>Microsoft Office PowerPoint</Application>
  <PresentationFormat>Widescreen</PresentationFormat>
  <Paragraphs>240</Paragraphs>
  <Slides>16</Slides>
  <Notes>15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16</vt:i4>
      </vt:variant>
    </vt:vector>
  </HeadingPairs>
  <TitlesOfParts>
    <vt:vector size="20" baseType="lpstr">
      <vt:lpstr>Play</vt:lpstr>
      <vt:lpstr>Roboto Mono</vt:lpstr>
      <vt:lpstr>Arial</vt:lpstr>
      <vt:lpstr>TXST Light</vt:lpstr>
      <vt:lpstr>CS 4347 Project Presentation</vt:lpstr>
      <vt:lpstr>Introduction and Motivation</vt:lpstr>
      <vt:lpstr>Data and Task</vt:lpstr>
      <vt:lpstr>Exploratory Data Analysis</vt:lpstr>
      <vt:lpstr>Exploratory Data Analysis</vt:lpstr>
      <vt:lpstr>Methodology: Baseline</vt:lpstr>
      <vt:lpstr>Methodology: Tuning</vt:lpstr>
      <vt:lpstr>Experimental Results</vt:lpstr>
      <vt:lpstr>Methodology: New Direction</vt:lpstr>
      <vt:lpstr>Experimental Results</vt:lpstr>
      <vt:lpstr>Comparative Analysis</vt:lpstr>
      <vt:lpstr>Comparative Analysis</vt:lpstr>
      <vt:lpstr>Comparative Analysis</vt:lpstr>
      <vt:lpstr>Comparative Analysis</vt:lpstr>
      <vt:lpstr>Conclusion and Final Steps</vt:lpstr>
      <vt:lpstr>Thank you!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cp:lastModifiedBy>John Escobedo</cp:lastModifiedBy>
  <cp:revision>1</cp:revision>
  <dcterms:modified xsi:type="dcterms:W3CDTF">2025-12-13T00:37:21Z</dcterms:modified>
</cp:coreProperties>
</file>